
<file path=[Content_Types].xml><?xml version="1.0" encoding="utf-8"?>
<Types xmlns="http://schemas.openxmlformats.org/package/2006/content-types">
  <Default Extension="jpeg" ContentType="image/jpeg"/>
  <Default Extension="JPG" ContentType="image/.jpg"/>
  <Default Extension="png" ContentType="image/png"/>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9.webp" ContentType="image/webp"/>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61" r:id="rId3"/>
    <p:sldId id="257" r:id="rId4"/>
    <p:sldId id="264" r:id="rId5"/>
    <p:sldId id="266" r:id="rId6"/>
    <p:sldId id="258" r:id="rId7"/>
    <p:sldId id="304" r:id="rId8"/>
    <p:sldId id="279" r:id="rId9"/>
    <p:sldId id="296" r:id="rId10"/>
    <p:sldId id="280" r:id="rId11"/>
    <p:sldId id="300" r:id="rId12"/>
    <p:sldId id="281" r:id="rId13"/>
    <p:sldId id="301" r:id="rId14"/>
    <p:sldId id="278" r:id="rId15"/>
  </p:sldIdLst>
  <p:sldSz cx="12192000" cy="6858000"/>
  <p:notesSz cx="6858000" cy="9144000"/>
  <p:custDataLst>
    <p:tags r:id="rId20"/>
  </p:custDataLst>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74" userDrawn="1">
          <p15:clr>
            <a:srgbClr val="A4A3A4"/>
          </p15:clr>
        </p15:guide>
        <p15:guide id="2" pos="383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106" d="100"/>
          <a:sy n="106" d="100"/>
        </p:scale>
        <p:origin x="756" y="114"/>
      </p:cViewPr>
      <p:guideLst>
        <p:guide orient="horz" pos="2174"/>
        <p:guide pos="3830"/>
      </p:guideLst>
    </p:cSldViewPr>
  </p:slideViewPr>
  <p:notesTextViewPr>
    <p:cViewPr>
      <p:scale>
        <a:sx n="1" d="1"/>
        <a:sy n="1" d="1"/>
      </p:scale>
      <p:origin x="0" y="0"/>
    </p:cViewPr>
  </p:notesTextViewPr>
  <p:gridSpacing cx="72006" cy="72006"/>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0" Type="http://schemas.openxmlformats.org/officeDocument/2006/relationships/tags" Target="tags/tag2.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notesMaster" Target="notesMasters/notesMaster1.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smtClean="0"/>
            </a:lvl1pPr>
          </a:lstStyle>
          <a:p>
            <a:pPr>
              <a:defRPr/>
            </a:pPr>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smtClean="0"/>
            </a:lvl1pPr>
          </a:lstStyle>
          <a:p>
            <a:pPr>
              <a:defRPr/>
            </a:pPr>
            <a:fld id="{B16593E1-4F76-4B72-9D47-429584678E6E}" type="datetimeFigureOut">
              <a:rPr lang="zh-CN" altLang="en-US"/>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zh-CN" altLang="en-US" noProof="0" smtClean="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noProof="0" smtClean="0"/>
              <a:t>单击此处编辑母版文本样式</a:t>
            </a:r>
            <a:endParaRPr lang="zh-CN" altLang="en-US" noProof="0" smtClean="0"/>
          </a:p>
          <a:p>
            <a:pPr lvl="1"/>
            <a:r>
              <a:rPr lang="zh-CN" altLang="en-US" noProof="0" smtClean="0"/>
              <a:t>第二级</a:t>
            </a:r>
            <a:endParaRPr lang="zh-CN" altLang="en-US" noProof="0" smtClean="0"/>
          </a:p>
          <a:p>
            <a:pPr lvl="2"/>
            <a:r>
              <a:rPr lang="zh-CN" altLang="en-US" noProof="0" smtClean="0"/>
              <a:t>第三级</a:t>
            </a:r>
            <a:endParaRPr lang="zh-CN" altLang="en-US" noProof="0" smtClean="0"/>
          </a:p>
          <a:p>
            <a:pPr lvl="3"/>
            <a:r>
              <a:rPr lang="zh-CN" altLang="en-US" noProof="0" smtClean="0"/>
              <a:t>第四级</a:t>
            </a:r>
            <a:endParaRPr lang="zh-CN" altLang="en-US" noProof="0" smtClean="0"/>
          </a:p>
          <a:p>
            <a:pPr lvl="4"/>
            <a:r>
              <a:rPr lang="zh-CN" altLang="en-US" noProof="0" smtClean="0"/>
              <a:t>第五级</a:t>
            </a:r>
            <a:endParaRPr lang="zh-CN" altLang="en-US" noProof="0" smtClean="0"/>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smtClean="0"/>
            </a:lvl1pPr>
          </a:lstStyle>
          <a:p>
            <a:pPr>
              <a:defRPr/>
            </a:pPr>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smtClean="0"/>
            </a:lvl1pPr>
          </a:lstStyle>
          <a:p>
            <a:pPr>
              <a:defRPr/>
            </a:pPr>
            <a:fld id="{ED766207-BB5E-42BA-BE43-563840E45C83}" type="slidenum">
              <a:rPr lang="zh-CN" altLang="en-US"/>
            </a:fld>
            <a:endParaRPr lang="zh-CN" altLang="en-US"/>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mn-ea"/>
        <a:cs typeface="+mn-cs"/>
      </a:defRPr>
    </a:lvl1pPr>
    <a:lvl2pPr marL="457200" algn="l" rtl="0" fontAlgn="base">
      <a:spcBef>
        <a:spcPct val="30000"/>
      </a:spcBef>
      <a:spcAft>
        <a:spcPct val="0"/>
      </a:spcAft>
      <a:defRPr sz="1200" kern="1200">
        <a:solidFill>
          <a:schemeClr val="tx1"/>
        </a:solidFill>
        <a:latin typeface="+mn-lt"/>
        <a:ea typeface="+mn-ea"/>
        <a:cs typeface="+mn-cs"/>
      </a:defRPr>
    </a:lvl2pPr>
    <a:lvl3pPr marL="914400" algn="l" rtl="0" fontAlgn="base">
      <a:spcBef>
        <a:spcPct val="30000"/>
      </a:spcBef>
      <a:spcAft>
        <a:spcPct val="0"/>
      </a:spcAft>
      <a:defRPr sz="1200" kern="1200">
        <a:solidFill>
          <a:schemeClr val="tx1"/>
        </a:solidFill>
        <a:latin typeface="+mn-lt"/>
        <a:ea typeface="+mn-ea"/>
        <a:cs typeface="+mn-cs"/>
      </a:defRPr>
    </a:lvl3pPr>
    <a:lvl4pPr marL="1371600" algn="l" rtl="0" fontAlgn="base">
      <a:spcBef>
        <a:spcPct val="30000"/>
      </a:spcBef>
      <a:spcAft>
        <a:spcPct val="0"/>
      </a:spcAft>
      <a:defRPr sz="1200" kern="1200">
        <a:solidFill>
          <a:schemeClr val="tx1"/>
        </a:solidFill>
        <a:latin typeface="+mn-lt"/>
        <a:ea typeface="+mn-ea"/>
        <a:cs typeface="+mn-cs"/>
      </a:defRPr>
    </a:lvl4pPr>
    <a:lvl5pPr marL="1828800" algn="l" rtl="0" fontAlgn="base">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30425"/>
            <a:ext cx="10363200" cy="1470025"/>
          </a:xfrm>
        </p:spPr>
        <p:txBody>
          <a:body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smtClean="0"/>
              <a:t>单击此处编辑母版副标题样式</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1EE2AC39-0FD5-4874-9146-77B84E011511}"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DC7FAA22-D154-4F07-803A-93CABEF51BE2}" type="slidenum">
              <a:rPr lang="zh-CN" altLang="en-US"/>
            </a:fld>
            <a:endParaRPr lang="zh-CN" altLang="en-US" sz="1800">
              <a:solidFill>
                <a:schemeClr val="tx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95350721-BC0F-44C9-88B3-56912B7571DC}"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6F9D5CDB-EACB-486D-A694-C149A76D6BE6}" type="slidenum">
              <a:rPr lang="zh-CN" altLang="en-US"/>
            </a:fld>
            <a:endParaRPr lang="zh-CN" altLang="en-US" sz="1800">
              <a:solidFill>
                <a:schemeClr val="tx1"/>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613" y="4406900"/>
            <a:ext cx="103632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963613"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endParaRPr lang="zh-CN" altLang="en-US" smtClean="0"/>
          </a:p>
        </p:txBody>
      </p:sp>
      <p:sp>
        <p:nvSpPr>
          <p:cNvPr id="4" name="日期占位符 3"/>
          <p:cNvSpPr>
            <a:spLocks noGrp="1" noChangeArrowheads="1"/>
          </p:cNvSpPr>
          <p:nvPr>
            <p:ph type="dt" sz="half" idx="10"/>
          </p:nvPr>
        </p:nvSpPr>
        <p:spPr/>
        <p:txBody>
          <a:bodyPr/>
          <a:lstStyle>
            <a:lvl1pPr>
              <a:defRPr/>
            </a:lvl1pPr>
          </a:lstStyle>
          <a:p>
            <a:pPr>
              <a:defRPr/>
            </a:pPr>
            <a:fld id="{110AB19A-6999-4C1B-9554-7459DD5FC7BB}"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576AF40C-20E8-4765-8462-604A4D7D13F2}" type="slidenum">
              <a:rPr lang="zh-CN" altLang="en-US"/>
            </a:fld>
            <a:endParaRPr lang="zh-CN" altLang="en-US" sz="1800">
              <a:solidFill>
                <a:schemeClr val="tx1"/>
              </a:solidFil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3"/>
          <p:cNvSpPr>
            <a:spLocks noGrp="1" noChangeArrowheads="1"/>
          </p:cNvSpPr>
          <p:nvPr>
            <p:ph type="dt" sz="half" idx="10"/>
          </p:nvPr>
        </p:nvSpPr>
        <p:spPr/>
        <p:txBody>
          <a:bodyPr/>
          <a:lstStyle>
            <a:lvl1pPr>
              <a:defRPr/>
            </a:lvl1pPr>
          </a:lstStyle>
          <a:p>
            <a:pPr>
              <a:defRPr/>
            </a:pPr>
            <a:fld id="{897862AB-0D16-4446-8AAF-7713E9E98D2F}"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D2DF1CEB-BD98-4454-BD67-F66957FFC854}" type="slidenum">
              <a:rPr lang="zh-CN" altLang="en-US"/>
            </a:fld>
            <a:endParaRPr lang="zh-CN" altLang="en-US" sz="1800">
              <a:solidFill>
                <a:schemeClr val="tx1"/>
              </a:solidFil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09600" y="1535113"/>
            <a:ext cx="53863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609600" y="2174875"/>
            <a:ext cx="53863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6192838" y="1535113"/>
            <a:ext cx="538956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6192838" y="2174875"/>
            <a:ext cx="538956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3"/>
          <p:cNvSpPr>
            <a:spLocks noGrp="1" noChangeArrowheads="1"/>
          </p:cNvSpPr>
          <p:nvPr>
            <p:ph type="dt" sz="half" idx="10"/>
          </p:nvPr>
        </p:nvSpPr>
        <p:spPr/>
        <p:txBody>
          <a:bodyPr/>
          <a:lstStyle>
            <a:lvl1pPr>
              <a:defRPr/>
            </a:lvl1pPr>
          </a:lstStyle>
          <a:p>
            <a:pPr>
              <a:defRPr/>
            </a:pPr>
            <a:fld id="{85F28D3A-E4AB-4059-938D-716E90DF3DCB}" type="datetime1">
              <a:rPr lang="zh-CN" altLang="en-US"/>
            </a:fld>
            <a:endParaRPr lang="zh-CN" altLang="en-US" sz="1800">
              <a:solidFill>
                <a:schemeClr val="tx1"/>
              </a:solidFill>
            </a:endParaRPr>
          </a:p>
        </p:txBody>
      </p:sp>
      <p:sp>
        <p:nvSpPr>
          <p:cNvPr id="8"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9" name="灯片编号占位符 5"/>
          <p:cNvSpPr>
            <a:spLocks noGrp="1" noChangeArrowheads="1"/>
          </p:cNvSpPr>
          <p:nvPr>
            <p:ph type="sldNum" sz="quarter" idx="12"/>
          </p:nvPr>
        </p:nvSpPr>
        <p:spPr/>
        <p:txBody>
          <a:bodyPr/>
          <a:lstStyle>
            <a:lvl1pPr>
              <a:defRPr/>
            </a:lvl1pPr>
          </a:lstStyle>
          <a:p>
            <a:pPr>
              <a:defRPr/>
            </a:pPr>
            <a:fld id="{10531C7F-5C69-4374-A3E6-EFB4F462B872}" type="slidenum">
              <a:rPr lang="zh-CN" altLang="en-US"/>
            </a:fld>
            <a:endParaRPr lang="zh-CN" altLang="en-US" sz="1800">
              <a:solidFill>
                <a:schemeClr val="tx1"/>
              </a:solidFil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3"/>
          <p:cNvSpPr>
            <a:spLocks noGrp="1" noChangeArrowheads="1"/>
          </p:cNvSpPr>
          <p:nvPr>
            <p:ph type="dt" sz="half" idx="10"/>
          </p:nvPr>
        </p:nvSpPr>
        <p:spPr/>
        <p:txBody>
          <a:bodyPr/>
          <a:lstStyle>
            <a:lvl1pPr>
              <a:defRPr/>
            </a:lvl1pPr>
          </a:lstStyle>
          <a:p>
            <a:pPr>
              <a:defRPr/>
            </a:pPr>
            <a:fld id="{063288A9-859A-462A-8322-25004A56DBBE}" type="datetime1">
              <a:rPr lang="zh-CN" altLang="en-US"/>
            </a:fld>
            <a:endParaRPr lang="zh-CN" altLang="en-US" sz="1800">
              <a:solidFill>
                <a:schemeClr val="tx1"/>
              </a:solidFill>
            </a:endParaRPr>
          </a:p>
        </p:txBody>
      </p:sp>
      <p:sp>
        <p:nvSpPr>
          <p:cNvPr id="4"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5" name="灯片编号占位符 5"/>
          <p:cNvSpPr>
            <a:spLocks noGrp="1" noChangeArrowheads="1"/>
          </p:cNvSpPr>
          <p:nvPr>
            <p:ph type="sldNum" sz="quarter" idx="12"/>
          </p:nvPr>
        </p:nvSpPr>
        <p:spPr/>
        <p:txBody>
          <a:bodyPr/>
          <a:lstStyle>
            <a:lvl1pPr>
              <a:defRPr/>
            </a:lvl1pPr>
          </a:lstStyle>
          <a:p>
            <a:pPr>
              <a:defRPr/>
            </a:pPr>
            <a:fld id="{52E8125C-460D-43C6-A1C6-FF9528956C54}" type="slidenum">
              <a:rPr lang="zh-CN" altLang="en-US"/>
            </a:fld>
            <a:endParaRPr lang="zh-CN" altLang="en-US" sz="1800">
              <a:solidFill>
                <a:schemeClr val="tx1"/>
              </a:solidFil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3"/>
          <p:cNvSpPr>
            <a:spLocks noGrp="1" noChangeArrowheads="1"/>
          </p:cNvSpPr>
          <p:nvPr>
            <p:ph type="dt" sz="half" idx="10"/>
          </p:nvPr>
        </p:nvSpPr>
        <p:spPr/>
        <p:txBody>
          <a:bodyPr/>
          <a:lstStyle>
            <a:lvl1pPr>
              <a:defRPr/>
            </a:lvl1pPr>
          </a:lstStyle>
          <a:p>
            <a:pPr>
              <a:defRPr/>
            </a:pPr>
            <a:fld id="{568C9FA3-7D91-4B6D-803C-86581023F1F6}" type="datetime1">
              <a:rPr lang="zh-CN" altLang="en-US"/>
            </a:fld>
            <a:endParaRPr lang="zh-CN" altLang="en-US" sz="1800">
              <a:solidFill>
                <a:schemeClr val="tx1"/>
              </a:solidFill>
            </a:endParaRPr>
          </a:p>
        </p:txBody>
      </p:sp>
      <p:sp>
        <p:nvSpPr>
          <p:cNvPr id="3"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4" name="灯片编号占位符 5"/>
          <p:cNvSpPr>
            <a:spLocks noGrp="1" noChangeArrowheads="1"/>
          </p:cNvSpPr>
          <p:nvPr>
            <p:ph type="sldNum" sz="quarter" idx="12"/>
          </p:nvPr>
        </p:nvSpPr>
        <p:spPr/>
        <p:txBody>
          <a:bodyPr/>
          <a:lstStyle>
            <a:lvl1pPr>
              <a:defRPr/>
            </a:lvl1pPr>
          </a:lstStyle>
          <a:p>
            <a:pPr>
              <a:defRPr/>
            </a:pPr>
            <a:fld id="{1EE8C09C-A1A2-4B0D-A395-A762BA9BB76A}" type="slidenum">
              <a:rPr lang="zh-CN" altLang="en-US"/>
            </a:fld>
            <a:endParaRPr lang="zh-CN" altLang="en-US" sz="1800">
              <a:solidFill>
                <a:schemeClr val="tx1"/>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0" y="273050"/>
            <a:ext cx="4011613" cy="1162050"/>
          </a:xfr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4767263" y="273050"/>
            <a:ext cx="681513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609600" y="1435100"/>
            <a:ext cx="40116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endParaRPr lang="zh-CN" altLang="en-US" smtClean="0"/>
          </a:p>
        </p:txBody>
      </p:sp>
      <p:sp>
        <p:nvSpPr>
          <p:cNvPr id="5" name="日期占位符 3"/>
          <p:cNvSpPr>
            <a:spLocks noGrp="1" noChangeArrowheads="1"/>
          </p:cNvSpPr>
          <p:nvPr>
            <p:ph type="dt" sz="half" idx="10"/>
          </p:nvPr>
        </p:nvSpPr>
        <p:spPr/>
        <p:txBody>
          <a:bodyPr/>
          <a:lstStyle>
            <a:lvl1pPr>
              <a:defRPr/>
            </a:lvl1pPr>
          </a:lstStyle>
          <a:p>
            <a:pPr>
              <a:defRPr/>
            </a:pPr>
            <a:fld id="{27744226-BB87-4D8E-A5BC-740842A448AF}"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2836A49D-998D-4B83-9076-D0D1248BD4C9}" type="slidenum">
              <a:rPr lang="zh-CN" altLang="en-US"/>
            </a:fld>
            <a:endParaRPr lang="zh-CN" altLang="en-US" sz="1800">
              <a:solidFill>
                <a:schemeClr val="tx1"/>
              </a:solidFil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188" y="4800600"/>
            <a:ext cx="7315200" cy="566738"/>
          </a:xfr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2389188"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sym typeface="Calibri" panose="020F0502020204030204" pitchFamily="34" charset="0"/>
            </a:endParaRPr>
          </a:p>
        </p:txBody>
      </p:sp>
      <p:sp>
        <p:nvSpPr>
          <p:cNvPr id="4" name="文本占位符 3"/>
          <p:cNvSpPr>
            <a:spLocks noGrp="1"/>
          </p:cNvSpPr>
          <p:nvPr>
            <p:ph type="body" sz="half" idx="2"/>
          </p:nvPr>
        </p:nvSpPr>
        <p:spPr>
          <a:xfrm>
            <a:off x="2389188"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endParaRPr lang="zh-CN" altLang="en-US" smtClean="0"/>
          </a:p>
        </p:txBody>
      </p:sp>
      <p:sp>
        <p:nvSpPr>
          <p:cNvPr id="5" name="日期占位符 3"/>
          <p:cNvSpPr>
            <a:spLocks noGrp="1" noChangeArrowheads="1"/>
          </p:cNvSpPr>
          <p:nvPr>
            <p:ph type="dt" sz="half" idx="10"/>
          </p:nvPr>
        </p:nvSpPr>
        <p:spPr/>
        <p:txBody>
          <a:bodyPr/>
          <a:lstStyle>
            <a:lvl1pPr>
              <a:defRPr/>
            </a:lvl1pPr>
          </a:lstStyle>
          <a:p>
            <a:pPr>
              <a:defRPr/>
            </a:pPr>
            <a:fld id="{6A05A648-15D1-4D5E-B579-ACB9CEB8CBA1}"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C99A7EF8-5187-42EC-ACBC-5362770158A2}" type="slidenum">
              <a:rPr lang="zh-CN" altLang="en-US"/>
            </a:fld>
            <a:endParaRPr lang="zh-CN" altLang="en-US" sz="1800">
              <a:solidFill>
                <a:schemeClr val="tx1"/>
              </a:solidFil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7F247DCA-1848-4234-B503-FE2E2AB05BA5}"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1DF14DB5-7C00-4113-B42B-462F171906B0}" type="slidenum">
              <a:rPr lang="zh-CN" altLang="en-US"/>
            </a:fld>
            <a:endParaRPr lang="zh-CN" altLang="en-US" sz="1800">
              <a:solidFill>
                <a:schemeClr val="tx1"/>
              </a:solidFil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BF857D41-3466-4253-AA07-F0EB409F0D49}"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2B5AF21D-F889-4752-AE2F-B44E0080EE1F}" type="slidenum">
              <a:rPr lang="zh-CN" altLang="en-US"/>
            </a:fld>
            <a:endParaRPr lang="zh-CN" altLang="en-US" sz="1800">
              <a:solidFill>
                <a:schemeClr val="tx1"/>
              </a:solidFil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smtClean="0"/>
              <a:t>单击此处编辑母版标题样式</a:t>
            </a:r>
            <a:endParaRPr lang="zh-CN" altLang="en-US"/>
          </a:p>
        </p:txBody>
      </p:sp>
      <p:sp>
        <p:nvSpPr>
          <p:cNvPr id="3" name="日期占位符 3"/>
          <p:cNvSpPr>
            <a:spLocks noGrp="1" noChangeArrowheads="1"/>
          </p:cNvSpPr>
          <p:nvPr>
            <p:ph type="dt" sz="half" idx="10"/>
          </p:nvPr>
        </p:nvSpPr>
        <p:spPr/>
        <p:txBody>
          <a:bodyPr/>
          <a:lstStyle>
            <a:lvl1pPr>
              <a:defRPr/>
            </a:lvl1pPr>
          </a:lstStyle>
          <a:p>
            <a:pPr>
              <a:defRPr/>
            </a:pPr>
            <a:fld id="{1D0B2FF9-3541-4CDC-A6D3-8B444A66CB1D}" type="datetime1">
              <a:rPr lang="zh-CN" altLang="en-US"/>
            </a:fld>
            <a:endParaRPr lang="zh-CN" altLang="en-US" sz="1800">
              <a:solidFill>
                <a:schemeClr val="tx1"/>
              </a:solidFill>
            </a:endParaRPr>
          </a:p>
        </p:txBody>
      </p:sp>
      <p:sp>
        <p:nvSpPr>
          <p:cNvPr id="4"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5" name="灯片编号占位符 5"/>
          <p:cNvSpPr>
            <a:spLocks noGrp="1" noChangeArrowheads="1"/>
          </p:cNvSpPr>
          <p:nvPr>
            <p:ph type="sldNum" sz="quarter" idx="12"/>
          </p:nvPr>
        </p:nvSpPr>
        <p:spPr/>
        <p:txBody>
          <a:bodyPr/>
          <a:lstStyle>
            <a:lvl1pPr>
              <a:defRPr/>
            </a:lvl1pPr>
          </a:lstStyle>
          <a:p>
            <a:pPr>
              <a:defRPr/>
            </a:pPr>
            <a:fld id="{815DD2E3-5919-424F-91EA-78784D33740B}" type="slidenum">
              <a:rPr lang="zh-CN" altLang="en-US"/>
            </a:fld>
            <a:endParaRPr lang="zh-CN" altLang="en-US" sz="1800">
              <a:solidFill>
                <a:schemeClr val="tx1"/>
              </a:solidFill>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1026" name="标题占位符 1"/>
          <p:cNvSpPr>
            <a:spLocks noGrp="1" noChangeArrowheads="1"/>
          </p:cNvSpPr>
          <p:nvPr>
            <p:ph type="title" idx="4294967295"/>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lvl="0"/>
            <a:r>
              <a:rPr lang="zh-CN" altLang="zh-CN" smtClean="0">
                <a:sym typeface="Calibri Light" panose="020F0302020204030204" pitchFamily="34" charset="0"/>
              </a:rPr>
              <a:t>单击此处编辑母版标题样式</a:t>
            </a:r>
            <a:endParaRPr lang="zh-CN" altLang="zh-CN" smtClean="0">
              <a:sym typeface="Calibri Light" panose="020F0302020204030204" pitchFamily="34" charset="0"/>
            </a:endParaRPr>
          </a:p>
        </p:txBody>
      </p:sp>
      <p:sp>
        <p:nvSpPr>
          <p:cNvPr id="1027" name="文本占位符 2"/>
          <p:cNvSpPr>
            <a:spLocks noGrp="1" noChangeArrowheads="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lvl="0"/>
            <a:r>
              <a:rPr lang="zh-CN" altLang="zh-CN" smtClean="0">
                <a:sym typeface="Calibri" panose="020F0502020204030204" pitchFamily="34" charset="0"/>
              </a:rPr>
              <a:t>单击此处编辑母版文本样式</a:t>
            </a:r>
            <a:endParaRPr lang="zh-CN" altLang="zh-CN" smtClean="0">
              <a:sym typeface="Calibri" panose="020F0502020204030204" pitchFamily="34" charset="0"/>
            </a:endParaRPr>
          </a:p>
          <a:p>
            <a:pPr lvl="1"/>
            <a:r>
              <a:rPr lang="zh-CN" altLang="zh-CN" smtClean="0">
                <a:sym typeface="Calibri" panose="020F0502020204030204" pitchFamily="34" charset="0"/>
              </a:rPr>
              <a:t>第二级</a:t>
            </a:r>
            <a:endParaRPr lang="zh-CN" altLang="zh-CN" smtClean="0">
              <a:sym typeface="Calibri" panose="020F0502020204030204" pitchFamily="34" charset="0"/>
            </a:endParaRPr>
          </a:p>
          <a:p>
            <a:pPr lvl="2"/>
            <a:r>
              <a:rPr lang="zh-CN" altLang="zh-CN" smtClean="0">
                <a:sym typeface="Calibri" panose="020F0502020204030204" pitchFamily="34" charset="0"/>
              </a:rPr>
              <a:t>第三级</a:t>
            </a:r>
            <a:endParaRPr lang="zh-CN" altLang="zh-CN" smtClean="0">
              <a:sym typeface="Calibri" panose="020F0502020204030204" pitchFamily="34" charset="0"/>
            </a:endParaRPr>
          </a:p>
          <a:p>
            <a:pPr lvl="3"/>
            <a:r>
              <a:rPr lang="zh-CN" altLang="zh-CN" smtClean="0">
                <a:sym typeface="Calibri" panose="020F0502020204030204" pitchFamily="34" charset="0"/>
              </a:rPr>
              <a:t>第四级</a:t>
            </a:r>
            <a:endParaRPr lang="zh-CN" altLang="zh-CN" smtClean="0">
              <a:sym typeface="Calibri" panose="020F0502020204030204" pitchFamily="34" charset="0"/>
            </a:endParaRPr>
          </a:p>
          <a:p>
            <a:pPr lvl="4"/>
            <a:r>
              <a:rPr lang="zh-CN" altLang="zh-CN" smtClean="0">
                <a:sym typeface="Calibri" panose="020F0502020204030204" pitchFamily="34" charset="0"/>
              </a:rPr>
              <a:t>第五级</a:t>
            </a:r>
            <a:endParaRPr lang="zh-CN" altLang="zh-CN" smtClean="0">
              <a:sym typeface="Calibri" panose="020F0502020204030204" pitchFamily="34" charset="0"/>
            </a:endParaRPr>
          </a:p>
        </p:txBody>
      </p:sp>
      <p:sp>
        <p:nvSpPr>
          <p:cNvPr id="1028" name="日期占位符 3"/>
          <p:cNvSpPr>
            <a:spLocks noGrp="1" noChangeArrowheads="1"/>
          </p:cNvSpPr>
          <p:nvPr>
            <p:ph type="dt" sz="half" idx="2"/>
          </p:nvPr>
        </p:nvSpPr>
        <p:spPr bwMode="auto">
          <a:xfrm>
            <a:off x="838200" y="6356350"/>
            <a:ext cx="27432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eaLnBrk="1" hangingPunct="1">
              <a:buFont typeface="Arial" panose="020B0604020202020204" pitchFamily="34" charset="0"/>
              <a:buNone/>
              <a:defRPr sz="1200">
                <a:solidFill>
                  <a:srgbClr val="898989"/>
                </a:solidFill>
              </a:defRPr>
            </a:lvl1pPr>
          </a:lstStyle>
          <a:p>
            <a:pPr>
              <a:defRPr/>
            </a:pPr>
            <a:fld id="{1FEE9C71-3AC3-423A-BB65-ACFB6ACBD2C0}" type="datetime1">
              <a:rPr lang="zh-CN" altLang="en-US"/>
            </a:fld>
            <a:endParaRPr lang="zh-CN" altLang="en-US" sz="1800">
              <a:solidFill>
                <a:schemeClr val="tx1"/>
              </a:solidFill>
            </a:endParaRPr>
          </a:p>
        </p:txBody>
      </p:sp>
      <p:sp>
        <p:nvSpPr>
          <p:cNvPr id="1029" name="页脚占位符 4"/>
          <p:cNvSpPr>
            <a:spLocks noGrp="1" noChangeArrowheads="1"/>
          </p:cNvSpPr>
          <p:nvPr>
            <p:ph type="ftr" sz="quarter" idx="3"/>
          </p:nvPr>
        </p:nvSpPr>
        <p:spPr bwMode="auto">
          <a:xfrm>
            <a:off x="4038600" y="6356350"/>
            <a:ext cx="41148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eaLnBrk="1" hangingPunct="1">
              <a:buFont typeface="Arial" panose="020B0604020202020204" pitchFamily="34" charset="0"/>
              <a:buNone/>
              <a:defRPr sz="1200">
                <a:solidFill>
                  <a:srgbClr val="898989"/>
                </a:solidFill>
              </a:defRPr>
            </a:lvl1pPr>
          </a:lstStyle>
          <a:p>
            <a:pPr>
              <a:defRPr/>
            </a:pPr>
            <a:endParaRPr lang="zh-CN" altLang="zh-CN"/>
          </a:p>
        </p:txBody>
      </p:sp>
      <p:sp>
        <p:nvSpPr>
          <p:cNvPr id="1030" name="灯片编号占位符 5"/>
          <p:cNvSpPr>
            <a:spLocks noGrp="1" noChangeArrowheads="1"/>
          </p:cNvSpPr>
          <p:nvPr>
            <p:ph type="sldNum" sz="quarter" idx="4"/>
          </p:nvPr>
        </p:nvSpPr>
        <p:spPr bwMode="auto">
          <a:xfrm>
            <a:off x="8610600" y="6356350"/>
            <a:ext cx="27432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r" eaLnBrk="1" hangingPunct="1">
              <a:buFont typeface="Arial" panose="020B0604020202020204" pitchFamily="34" charset="0"/>
              <a:buNone/>
              <a:defRPr sz="1200">
                <a:solidFill>
                  <a:srgbClr val="898989"/>
                </a:solidFill>
              </a:defRPr>
            </a:lvl1pPr>
          </a:lstStyle>
          <a:p>
            <a:pPr>
              <a:defRPr/>
            </a:pPr>
            <a:fld id="{10131683-B41D-4201-8835-BB80A50F39CC}" type="slidenum">
              <a:rPr lang="zh-CN" altLang="en-US"/>
            </a:fld>
            <a:endParaRPr lang="zh-CN" altLang="en-US" sz="1800">
              <a:solidFill>
                <a:schemeClr val="tx1"/>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p:txStyles>
    <p:titleStyle>
      <a:lvl1pPr marL="914400" indent="-914400" algn="l" rtl="0" eaLnBrk="0" fontAlgn="base" hangingPunct="0">
        <a:lnSpc>
          <a:spcPct val="90000"/>
        </a:lnSpc>
        <a:spcBef>
          <a:spcPct val="0"/>
        </a:spcBef>
        <a:spcAft>
          <a:spcPct val="0"/>
        </a:spcAft>
        <a:defRPr sz="4400">
          <a:solidFill>
            <a:schemeClr val="tx1"/>
          </a:solidFill>
          <a:latin typeface="+mj-lt"/>
          <a:ea typeface="+mj-ea"/>
          <a:cs typeface="+mj-cs"/>
          <a:sym typeface="Calibri Light" panose="020F0302020204030204" pitchFamily="34" charset="0"/>
        </a:defRPr>
      </a:lvl1pPr>
      <a:lvl2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13716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18288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22860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27432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a:solidFill>
            <a:schemeClr val="tx1"/>
          </a:solidFill>
          <a:latin typeface="+mn-lt"/>
          <a:ea typeface="+mn-ea"/>
          <a:cs typeface="+mn-cs"/>
          <a:sym typeface="Calibri" panose="020F0502020204030204" pitchFamily="34" charset="0"/>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a:solidFill>
            <a:schemeClr val="tx1"/>
          </a:solidFill>
          <a:latin typeface="+mn-lt"/>
          <a:ea typeface="+mn-ea"/>
          <a:sym typeface="Calibri" panose="020F0502020204030204" pitchFamily="34" charset="0"/>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mn-lt"/>
          <a:ea typeface="+mn-ea"/>
          <a:sym typeface="Calibri" panose="020F0502020204030204" pitchFamily="34" charset="0"/>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5pPr>
      <a:lvl6pPr marL="25146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6pPr>
      <a:lvl7pPr marL="29718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7pPr>
      <a:lvl8pPr marL="34290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8pPr>
      <a:lvl9pPr marL="38862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1.xml"/><Relationship Id="rId7" Type="http://schemas.microsoft.com/office/2007/relationships/media" Target="../media/media1.mp4"/><Relationship Id="rId6" Type="http://schemas.openxmlformats.org/officeDocument/2006/relationships/video" Target="../media/media1.mp4"/><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1" Type="http://schemas.openxmlformats.org/officeDocument/2006/relationships/slideLayout" Target="../slideLayouts/slideLayout12.xml"/><Relationship Id="rId10" Type="http://schemas.openxmlformats.org/officeDocument/2006/relationships/image" Target="../media/image7.png"/><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7" Type="http://schemas.openxmlformats.org/officeDocument/2006/relationships/slideLayout" Target="../slideLayouts/slideLayout12.xml"/><Relationship Id="rId6" Type="http://schemas.openxmlformats.org/officeDocument/2006/relationships/image" Target="../media/image9.webp"/><Relationship Id="rId5" Type="http://schemas.openxmlformats.org/officeDocument/2006/relationships/image" Target="../media/image8.png"/><Relationship Id="rId4" Type="http://schemas.openxmlformats.org/officeDocument/2006/relationships/hyperlink" Target="https://user-henry.github.io/nflshcchat/presentation" TargetMode="External"/><Relationship Id="rId3" Type="http://schemas.openxmlformats.org/officeDocument/2006/relationships/hyperlink" Target="https://user-henry.github.io/nflshcchat" TargetMode="External"/><Relationship Id="rId2" Type="http://schemas.openxmlformats.org/officeDocument/2006/relationships/hyperlink" Target="https://meeting.tencent.com/crm/2pO7RPvgf4" TargetMode="External"/><Relationship Id="rId1"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7" Type="http://schemas.openxmlformats.org/officeDocument/2006/relationships/slideLayout" Target="../slideLayouts/slideLayout1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hyperlink" Target="https://meeting.tencent.com/crm/KnZqo4g10c" TargetMode="External"/><Relationship Id="rId3" Type="http://schemas.openxmlformats.org/officeDocument/2006/relationships/image" Target="../media/image10.jpeg"/><Relationship Id="rId2" Type="http://schemas.openxmlformats.org/officeDocument/2006/relationships/hyperlink" Target="http://user-henry.github.io/nflshcchat/NFLSHC%20Chat.apk" TargetMode="External"/><Relationship Id="rId1" Type="http://schemas.openxmlformats.org/officeDocument/2006/relationships/image" Target="../media/image1.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12.xml"/><Relationship Id="rId5" Type="http://schemas.openxmlformats.org/officeDocument/2006/relationships/image" Target="../media/image14.png"/><Relationship Id="rId4" Type="http://schemas.openxmlformats.org/officeDocument/2006/relationships/image" Target="../media/image13.png"/><Relationship Id="rId3" Type="http://schemas.openxmlformats.org/officeDocument/2006/relationships/hyperlink" Target="https://open.weixin.qq.com/sns/getexpappinfo?appid=wx858e51a6f8256fd8&amp;path=pages%2Findex%2Findex.html&amp;token=259642739e3646cd9b9c6b02938d8c82#wechat-redirect" TargetMode="External"/><Relationship Id="rId2" Type="http://schemas.openxmlformats.org/officeDocument/2006/relationships/hyperlink" Target="https://meeting.tencent.com/crm/KWLE4mw4b7" TargetMode="External"/><Relationship Id="rId1" Type="http://schemas.openxmlformats.org/officeDocument/2006/relationships/image" Target="../media/image1.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12.xml.rels><?xml version="1.0" encoding="UTF-8" standalone="yes"?>
<Relationships xmlns="http://schemas.openxmlformats.org/package/2006/relationships"><Relationship Id="rId5" Type="http://schemas.openxmlformats.org/officeDocument/2006/relationships/slideLayout" Target="../slideLayouts/slideLayout12.xml"/><Relationship Id="rId4" Type="http://schemas.openxmlformats.org/officeDocument/2006/relationships/hyperlink" Target="https://riverside-imminent-pregnancy.ngrok-free.dev/" TargetMode="External"/><Relationship Id="rId3" Type="http://schemas.openxmlformats.org/officeDocument/2006/relationships/hyperlink" Target="https://meeting.tencent.com/crm/2jxRDLoVc8" TargetMode="External"/><Relationship Id="rId2" Type="http://schemas.openxmlformats.org/officeDocument/2006/relationships/hyperlink" Target="https://ngrok.com/download/windows?tab=download" TargetMode="External"/><Relationship Id="rId1" Type="http://schemas.openxmlformats.org/officeDocument/2006/relationships/image" Target="../media/image1.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8434" name="组合 6"/>
          <p:cNvGrpSpPr/>
          <p:nvPr/>
        </p:nvGrpSpPr>
        <p:grpSpPr bwMode="auto">
          <a:xfrm>
            <a:off x="8674100" y="92075"/>
            <a:ext cx="3630613" cy="920750"/>
            <a:chOff x="0" y="0"/>
            <a:chExt cx="3965717" cy="921247"/>
          </a:xfrm>
        </p:grpSpPr>
        <p:sp>
          <p:nvSpPr>
            <p:cNvPr id="18452" name="等腰三角形 3"/>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8453" name="等腰三角形 4"/>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8435" name="文本框 10"/>
          <p:cNvSpPr>
            <a:spLocks noChangeArrowheads="1"/>
          </p:cNvSpPr>
          <p:nvPr/>
        </p:nvSpPr>
        <p:spPr bwMode="auto">
          <a:xfrm>
            <a:off x="4070350" y="247650"/>
            <a:ext cx="407987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Question and Answer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8436" name="组合 11"/>
          <p:cNvGrpSpPr/>
          <p:nvPr/>
        </p:nvGrpSpPr>
        <p:grpSpPr bwMode="auto">
          <a:xfrm flipH="1">
            <a:off x="-12700" y="92075"/>
            <a:ext cx="3630613" cy="920750"/>
            <a:chOff x="0" y="0"/>
            <a:chExt cx="3965717" cy="921247"/>
          </a:xfrm>
        </p:grpSpPr>
        <p:sp>
          <p:nvSpPr>
            <p:cNvPr id="18450" name="等腰三角形 1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8451" name="等腰三角形 1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8438" name="任意多边形 15"/>
          <p:cNvSpPr>
            <a:spLocks noChangeArrowheads="1"/>
          </p:cNvSpPr>
          <p:nvPr/>
        </p:nvSpPr>
        <p:spPr bwMode="auto">
          <a:xfrm>
            <a:off x="889000" y="2400300"/>
            <a:ext cx="5137150" cy="1678305"/>
          </a:xfrm>
          <a:custGeom>
            <a:avLst/>
            <a:gdLst>
              <a:gd name="T0" fmla="*/ 4966140 w 4963098"/>
              <a:gd name="T1" fmla="*/ 0 h 1676733"/>
              <a:gd name="T2" fmla="*/ 4966140 w 4963098"/>
              <a:gd name="T3" fmla="*/ 530759 h 1676733"/>
              <a:gd name="T4" fmla="*/ 4907858 w 4963098"/>
              <a:gd name="T5" fmla="*/ 533707 h 1676733"/>
              <a:gd name="T6" fmla="*/ 3825061 w 4963098"/>
              <a:gd name="T7" fmla="*/ 1618272 h 1676733"/>
              <a:gd name="T8" fmla="*/ 3822086 w 4963098"/>
              <a:gd name="T9" fmla="*/ 1677300 h 1676733"/>
              <a:gd name="T10" fmla="*/ 3463778 w 4963098"/>
              <a:gd name="T11" fmla="*/ 1677300 h 1676733"/>
              <a:gd name="T12" fmla="*/ 3463778 w 4963098"/>
              <a:gd name="T13" fmla="*/ 1680501 h 1676733"/>
              <a:gd name="T14" fmla="*/ 0 w 4963098"/>
              <a:gd name="T15" fmla="*/ 1680501 h 1676733"/>
              <a:gd name="T16" fmla="*/ 0 w 4963098"/>
              <a:gd name="T17" fmla="*/ 1213510 h 1676733"/>
              <a:gd name="T18" fmla="*/ 3319370 w 4963098"/>
              <a:gd name="T19" fmla="*/ 1213510 h 1676733"/>
              <a:gd name="T20" fmla="*/ 3399266 w 4963098"/>
              <a:gd name="T21" fmla="*/ 999545 h 1676733"/>
              <a:gd name="T22" fmla="*/ 4801423 w 4963098"/>
              <a:gd name="T23" fmla="*/ 8330 h 16767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63098"/>
              <a:gd name="T37" fmla="*/ 0 h 1676733"/>
              <a:gd name="T38" fmla="*/ 4963098 w 4963098"/>
              <a:gd name="T39" fmla="*/ 1676733 h 167673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63098" h="1676733">
                <a:moveTo>
                  <a:pt x="4963098" y="0"/>
                </a:moveTo>
                <a:lnTo>
                  <a:pt x="4963098" y="529569"/>
                </a:lnTo>
                <a:lnTo>
                  <a:pt x="4904851" y="532510"/>
                </a:lnTo>
                <a:cubicBezTo>
                  <a:pt x="4334273" y="590456"/>
                  <a:pt x="3880663" y="1044066"/>
                  <a:pt x="3822718" y="1614644"/>
                </a:cubicBezTo>
                <a:lnTo>
                  <a:pt x="3819744" y="1673539"/>
                </a:lnTo>
                <a:lnTo>
                  <a:pt x="3461656" y="1673539"/>
                </a:lnTo>
                <a:lnTo>
                  <a:pt x="3461656" y="1676733"/>
                </a:lnTo>
                <a:lnTo>
                  <a:pt x="0" y="1676733"/>
                </a:lnTo>
                <a:lnTo>
                  <a:pt x="0" y="1210789"/>
                </a:lnTo>
                <a:lnTo>
                  <a:pt x="3317336" y="1210789"/>
                </a:lnTo>
                <a:lnTo>
                  <a:pt x="3397184" y="997304"/>
                </a:lnTo>
                <a:cubicBezTo>
                  <a:pt x="3653890" y="458266"/>
                  <a:pt x="4178296" y="71296"/>
                  <a:pt x="4798481" y="8312"/>
                </a:cubicBezTo>
                <a:lnTo>
                  <a:pt x="4963098" y="0"/>
                </a:lnTo>
                <a:close/>
              </a:path>
            </a:pathLst>
          </a:custGeom>
          <a:solidFill>
            <a:srgbClr val="FCFCFC">
              <a:alpha val="3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39" name="任意多边形 16"/>
          <p:cNvSpPr>
            <a:spLocks noChangeArrowheads="1"/>
          </p:cNvSpPr>
          <p:nvPr/>
        </p:nvSpPr>
        <p:spPr bwMode="auto">
          <a:xfrm rot="10800000" flipV="1">
            <a:off x="6172200" y="2403475"/>
            <a:ext cx="5139690" cy="1673225"/>
          </a:xfrm>
          <a:custGeom>
            <a:avLst/>
            <a:gdLst>
              <a:gd name="T0" fmla="*/ 4946412 w 4946769"/>
              <a:gd name="T1" fmla="*/ 0 h 1673539"/>
              <a:gd name="T2" fmla="*/ 4781807 w 4946769"/>
              <a:gd name="T3" fmla="*/ 8306 h 1673539"/>
              <a:gd name="T4" fmla="*/ 3380612 w 4946769"/>
              <a:gd name="T5" fmla="*/ 996743 h 1673539"/>
              <a:gd name="T6" fmla="*/ 3303159 w 4946769"/>
              <a:gd name="T7" fmla="*/ 1203723 h 1673539"/>
              <a:gd name="T8" fmla="*/ 0 w 4946769"/>
              <a:gd name="T9" fmla="*/ 1203723 h 1673539"/>
              <a:gd name="T10" fmla="*/ 0 w 4946769"/>
              <a:gd name="T11" fmla="*/ 1669406 h 1673539"/>
              <a:gd name="T12" fmla="*/ 3215272 w 4946769"/>
              <a:gd name="T13" fmla="*/ 1669406 h 1673539"/>
              <a:gd name="T14" fmla="*/ 3215121 w 4946769"/>
              <a:gd name="T15" fmla="*/ 1672597 h 1673539"/>
              <a:gd name="T16" fmla="*/ 3803142 w 4946769"/>
              <a:gd name="T17" fmla="*/ 1672597 h 1673539"/>
              <a:gd name="T18" fmla="*/ 3806113 w 4946769"/>
              <a:gd name="T19" fmla="*/ 1613735 h 1673539"/>
              <a:gd name="T20" fmla="*/ 4888168 w 4946769"/>
              <a:gd name="T21" fmla="*/ 532210 h 1673539"/>
              <a:gd name="T22" fmla="*/ 4946412 w 4946769"/>
              <a:gd name="T23" fmla="*/ 529272 h 1673539"/>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46769"/>
              <a:gd name="T37" fmla="*/ 0 h 1673539"/>
              <a:gd name="T38" fmla="*/ 4946769 w 4946769"/>
              <a:gd name="T39" fmla="*/ 1673539 h 1673539"/>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46769" h="1673539">
                <a:moveTo>
                  <a:pt x="4946769" y="0"/>
                </a:moveTo>
                <a:lnTo>
                  <a:pt x="4782152" y="8312"/>
                </a:lnTo>
                <a:cubicBezTo>
                  <a:pt x="4161967" y="71296"/>
                  <a:pt x="3637561" y="458266"/>
                  <a:pt x="3380855" y="997304"/>
                </a:cubicBezTo>
                <a:lnTo>
                  <a:pt x="3303396" y="1204401"/>
                </a:lnTo>
                <a:lnTo>
                  <a:pt x="0" y="1204401"/>
                </a:lnTo>
                <a:lnTo>
                  <a:pt x="0" y="1670345"/>
                </a:lnTo>
                <a:lnTo>
                  <a:pt x="3215503" y="1670345"/>
                </a:lnTo>
                <a:lnTo>
                  <a:pt x="3215352" y="1673539"/>
                </a:lnTo>
                <a:lnTo>
                  <a:pt x="3803415" y="1673539"/>
                </a:lnTo>
                <a:lnTo>
                  <a:pt x="3806389" y="1614644"/>
                </a:lnTo>
                <a:cubicBezTo>
                  <a:pt x="3864334" y="1044066"/>
                  <a:pt x="4317944" y="590456"/>
                  <a:pt x="4888522" y="532510"/>
                </a:cubicBezTo>
                <a:lnTo>
                  <a:pt x="4946769" y="529569"/>
                </a:lnTo>
                <a:lnTo>
                  <a:pt x="4946769" y="0"/>
                </a:lnTo>
                <a:close/>
              </a:path>
            </a:pathLst>
          </a:custGeom>
          <a:solidFill>
            <a:srgbClr val="FCFCFC">
              <a:alpha val="7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0" name="任意多边形 17"/>
          <p:cNvSpPr>
            <a:spLocks noChangeArrowheads="1"/>
          </p:cNvSpPr>
          <p:nvPr/>
        </p:nvSpPr>
        <p:spPr bwMode="auto">
          <a:xfrm rot="10800000">
            <a:off x="6172200" y="4215130"/>
            <a:ext cx="5139690" cy="1764030"/>
          </a:xfrm>
          <a:custGeom>
            <a:avLst/>
            <a:gdLst>
              <a:gd name="T0" fmla="*/ 3461407 w 4946769"/>
              <a:gd name="T1" fmla="*/ 1675734 h 1676733"/>
              <a:gd name="T2" fmla="*/ 0 w 4946769"/>
              <a:gd name="T3" fmla="*/ 1675734 h 1676733"/>
              <a:gd name="T4" fmla="*/ 0 w 4946769"/>
              <a:gd name="T5" fmla="*/ 1210069 h 1676733"/>
              <a:gd name="T6" fmla="*/ 3300770 w 4946769"/>
              <a:gd name="T7" fmla="*/ 1210069 h 1676733"/>
              <a:gd name="T8" fmla="*/ 3380612 w 4946769"/>
              <a:gd name="T9" fmla="*/ 996710 h 1676733"/>
              <a:gd name="T10" fmla="*/ 4781807 w 4946769"/>
              <a:gd name="T11" fmla="*/ 8306 h 1676733"/>
              <a:gd name="T12" fmla="*/ 4946412 w 4946769"/>
              <a:gd name="T13" fmla="*/ 0 h 1676733"/>
              <a:gd name="T14" fmla="*/ 4946412 w 4946769"/>
              <a:gd name="T15" fmla="*/ 529254 h 1676733"/>
              <a:gd name="T16" fmla="*/ 4888168 w 4946769"/>
              <a:gd name="T17" fmla="*/ 532192 h 1676733"/>
              <a:gd name="T18" fmla="*/ 3806113 w 4946769"/>
              <a:gd name="T19" fmla="*/ 1613681 h 1676733"/>
              <a:gd name="T20" fmla="*/ 3803142 w 4946769"/>
              <a:gd name="T21" fmla="*/ 1672543 h 1676733"/>
              <a:gd name="T22" fmla="*/ 3461407 w 4946769"/>
              <a:gd name="T23" fmla="*/ 1672543 h 16767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46769"/>
              <a:gd name="T37" fmla="*/ 0 h 1676733"/>
              <a:gd name="T38" fmla="*/ 4946769 w 4946769"/>
              <a:gd name="T39" fmla="*/ 1676733 h 167673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46769" h="1676733">
                <a:moveTo>
                  <a:pt x="3461656" y="1676733"/>
                </a:moveTo>
                <a:lnTo>
                  <a:pt x="0" y="1676733"/>
                </a:lnTo>
                <a:lnTo>
                  <a:pt x="0" y="1210789"/>
                </a:lnTo>
                <a:lnTo>
                  <a:pt x="3301007" y="1210789"/>
                </a:lnTo>
                <a:lnTo>
                  <a:pt x="3380855" y="997304"/>
                </a:lnTo>
                <a:cubicBezTo>
                  <a:pt x="3637561" y="458266"/>
                  <a:pt x="4161967" y="71296"/>
                  <a:pt x="4782152" y="8312"/>
                </a:cubicBezTo>
                <a:lnTo>
                  <a:pt x="4946769" y="0"/>
                </a:lnTo>
                <a:lnTo>
                  <a:pt x="4946769" y="529569"/>
                </a:lnTo>
                <a:lnTo>
                  <a:pt x="4888522" y="532510"/>
                </a:lnTo>
                <a:cubicBezTo>
                  <a:pt x="4317944" y="590456"/>
                  <a:pt x="3864334" y="1044066"/>
                  <a:pt x="3806389" y="1614644"/>
                </a:cubicBezTo>
                <a:lnTo>
                  <a:pt x="3803415" y="1673539"/>
                </a:lnTo>
                <a:lnTo>
                  <a:pt x="3461656" y="1673539"/>
                </a:lnTo>
                <a:lnTo>
                  <a:pt x="3461656" y="1676733"/>
                </a:lnTo>
                <a:close/>
              </a:path>
            </a:pathLst>
          </a:custGeom>
          <a:solidFill>
            <a:srgbClr val="FCFCFC">
              <a:alpha val="3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1" name="任意多边形 18"/>
          <p:cNvSpPr>
            <a:spLocks noChangeArrowheads="1"/>
          </p:cNvSpPr>
          <p:nvPr/>
        </p:nvSpPr>
        <p:spPr bwMode="auto">
          <a:xfrm flipV="1">
            <a:off x="889000" y="4218305"/>
            <a:ext cx="5137150" cy="1760220"/>
          </a:xfrm>
          <a:custGeom>
            <a:avLst/>
            <a:gdLst>
              <a:gd name="T0" fmla="*/ 3233663 w 4963097"/>
              <a:gd name="T1" fmla="*/ 1672597 h 1673539"/>
              <a:gd name="T2" fmla="*/ 3822086 w 4963097"/>
              <a:gd name="T3" fmla="*/ 1672597 h 1673539"/>
              <a:gd name="T4" fmla="*/ 3825063 w 4963097"/>
              <a:gd name="T5" fmla="*/ 1613735 h 1673539"/>
              <a:gd name="T6" fmla="*/ 4907859 w 4963097"/>
              <a:gd name="T7" fmla="*/ 532210 h 1673539"/>
              <a:gd name="T8" fmla="*/ 4966142 w 4963097"/>
              <a:gd name="T9" fmla="*/ 529272 h 1673539"/>
              <a:gd name="T10" fmla="*/ 4966142 w 4963097"/>
              <a:gd name="T11" fmla="*/ 0 h 1673539"/>
              <a:gd name="T12" fmla="*/ 4801425 w 4963097"/>
              <a:gd name="T13" fmla="*/ 8306 h 1673539"/>
              <a:gd name="T14" fmla="*/ 3399268 w 4963097"/>
              <a:gd name="T15" fmla="*/ 996743 h 1673539"/>
              <a:gd name="T16" fmla="*/ 3321975 w 4963097"/>
              <a:gd name="T17" fmla="*/ 1203150 h 1673539"/>
              <a:gd name="T18" fmla="*/ 0 w 4963097"/>
              <a:gd name="T19" fmla="*/ 1203150 h 1673539"/>
              <a:gd name="T20" fmla="*/ 0 w 4963097"/>
              <a:gd name="T21" fmla="*/ 1668833 h 1673539"/>
              <a:gd name="T22" fmla="*/ 3233842 w 4963097"/>
              <a:gd name="T23" fmla="*/ 1668833 h 1673539"/>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63097"/>
              <a:gd name="T37" fmla="*/ 0 h 1673539"/>
              <a:gd name="T38" fmla="*/ 4963097 w 4963097"/>
              <a:gd name="T39" fmla="*/ 1673539 h 1673539"/>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63097" h="1673539">
                <a:moveTo>
                  <a:pt x="3231680" y="1673539"/>
                </a:moveTo>
                <a:lnTo>
                  <a:pt x="3819743" y="1673539"/>
                </a:lnTo>
                <a:lnTo>
                  <a:pt x="3822717" y="1614644"/>
                </a:lnTo>
                <a:cubicBezTo>
                  <a:pt x="3880662" y="1044066"/>
                  <a:pt x="4334272" y="590456"/>
                  <a:pt x="4904850" y="532510"/>
                </a:cubicBezTo>
                <a:lnTo>
                  <a:pt x="4963097" y="529569"/>
                </a:lnTo>
                <a:lnTo>
                  <a:pt x="4963097" y="0"/>
                </a:lnTo>
                <a:lnTo>
                  <a:pt x="4798480" y="8312"/>
                </a:lnTo>
                <a:cubicBezTo>
                  <a:pt x="4178295" y="71296"/>
                  <a:pt x="3653889" y="458266"/>
                  <a:pt x="3397183" y="997304"/>
                </a:cubicBezTo>
                <a:lnTo>
                  <a:pt x="3319938" y="1203828"/>
                </a:lnTo>
                <a:lnTo>
                  <a:pt x="0" y="1203828"/>
                </a:lnTo>
                <a:lnTo>
                  <a:pt x="0" y="1669772"/>
                </a:lnTo>
                <a:lnTo>
                  <a:pt x="3231859" y="1669772"/>
                </a:lnTo>
                <a:lnTo>
                  <a:pt x="3231680" y="1673539"/>
                </a:lnTo>
                <a:close/>
              </a:path>
            </a:pathLst>
          </a:custGeom>
          <a:solidFill>
            <a:srgbClr val="FCFCFC">
              <a:alpha val="7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2" name="文本框 19"/>
          <p:cNvSpPr>
            <a:spLocks noChangeArrowheads="1"/>
          </p:cNvSpPr>
          <p:nvPr/>
        </p:nvSpPr>
        <p:spPr bwMode="auto">
          <a:xfrm>
            <a:off x="949325" y="3653473"/>
            <a:ext cx="341884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Why we can control movements</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3" name="文本框 20"/>
          <p:cNvSpPr>
            <a:spLocks noChangeArrowheads="1"/>
          </p:cNvSpPr>
          <p:nvPr/>
        </p:nvSpPr>
        <p:spPr bwMode="auto">
          <a:xfrm>
            <a:off x="7893050" y="4133215"/>
            <a:ext cx="3418840" cy="6451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Why we cannot block negative</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information like pain</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4" name="文本框 21"/>
          <p:cNvSpPr>
            <a:spLocks noChangeArrowheads="1"/>
          </p:cNvSpPr>
          <p:nvPr/>
        </p:nvSpPr>
        <p:spPr bwMode="auto">
          <a:xfrm>
            <a:off x="830580" y="4270375"/>
            <a:ext cx="411226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rPr>
              <a:t>Why we cannot stop aging and death</a:t>
            </a:r>
            <a:endPar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5" name="文本框 22"/>
          <p:cNvSpPr>
            <a:spLocks noChangeArrowheads="1"/>
          </p:cNvSpPr>
          <p:nvPr/>
        </p:nvSpPr>
        <p:spPr bwMode="auto">
          <a:xfrm>
            <a:off x="7314565" y="3640138"/>
            <a:ext cx="399669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rPr>
              <a:t>Why we cannot control cell growth</a:t>
            </a:r>
            <a:endPar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grpSp>
        <p:nvGrpSpPr>
          <p:cNvPr id="19463" name="组合 10"/>
          <p:cNvGrpSpPr/>
          <p:nvPr/>
        </p:nvGrpSpPr>
        <p:grpSpPr bwMode="auto">
          <a:xfrm>
            <a:off x="5453380" y="3331845"/>
            <a:ext cx="1454150" cy="1602740"/>
            <a:chOff x="0" y="0"/>
            <a:chExt cx="402656" cy="450303"/>
          </a:xfrm>
        </p:grpSpPr>
        <p:sp>
          <p:nvSpPr>
            <p:cNvPr id="19494" name="Freeform 108"/>
            <p:cNvSpPr>
              <a:spLocks noEditPoints="1" noChangeArrowheads="1"/>
            </p:cNvSpPr>
            <p:nvPr/>
          </p:nvSpPr>
          <p:spPr bwMode="auto">
            <a:xfrm>
              <a:off x="69134" y="167228"/>
              <a:ext cx="56988" cy="57923"/>
            </a:xfrm>
            <a:custGeom>
              <a:avLst/>
              <a:gdLst>
                <a:gd name="T0" fmla="*/ 2147483646 w 26"/>
                <a:gd name="T1" fmla="*/ 0 h 26"/>
                <a:gd name="T2" fmla="*/ 0 w 26"/>
                <a:gd name="T3" fmla="*/ 2147483646 h 26"/>
                <a:gd name="T4" fmla="*/ 2147483646 w 26"/>
                <a:gd name="T5" fmla="*/ 2147483646 h 26"/>
                <a:gd name="T6" fmla="*/ 2147483646 w 26"/>
                <a:gd name="T7" fmla="*/ 2147483646 h 26"/>
                <a:gd name="T8" fmla="*/ 2147483646 w 26"/>
                <a:gd name="T9" fmla="*/ 0 h 26"/>
                <a:gd name="T10" fmla="*/ 2147483646 w 26"/>
                <a:gd name="T11" fmla="*/ 2147483646 h 26"/>
                <a:gd name="T12" fmla="*/ 2147483646 w 26"/>
                <a:gd name="T13" fmla="*/ 2147483646 h 26"/>
                <a:gd name="T14" fmla="*/ 2147483646 w 26"/>
                <a:gd name="T15" fmla="*/ 2147483646 h 26"/>
                <a:gd name="T16" fmla="*/ 2147483646 w 26"/>
                <a:gd name="T17" fmla="*/ 2147483646 h 26"/>
                <a:gd name="T18" fmla="*/ 2147483646 w 26"/>
                <a:gd name="T19" fmla="*/ 2147483646 h 2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26"/>
                <a:gd name="T31" fmla="*/ 0 h 26"/>
                <a:gd name="T32" fmla="*/ 26 w 26"/>
                <a:gd name="T33" fmla="*/ 26 h 2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6" h="26">
                  <a:moveTo>
                    <a:pt x="13" y="0"/>
                  </a:moveTo>
                  <a:cubicBezTo>
                    <a:pt x="6" y="0"/>
                    <a:pt x="0" y="6"/>
                    <a:pt x="0" y="13"/>
                  </a:cubicBezTo>
                  <a:cubicBezTo>
                    <a:pt x="0" y="20"/>
                    <a:pt x="6" y="26"/>
                    <a:pt x="13" y="26"/>
                  </a:cubicBezTo>
                  <a:cubicBezTo>
                    <a:pt x="20" y="26"/>
                    <a:pt x="26" y="20"/>
                    <a:pt x="26" y="13"/>
                  </a:cubicBezTo>
                  <a:cubicBezTo>
                    <a:pt x="26" y="6"/>
                    <a:pt x="20" y="0"/>
                    <a:pt x="13" y="0"/>
                  </a:cubicBezTo>
                  <a:close/>
                  <a:moveTo>
                    <a:pt x="13" y="23"/>
                  </a:moveTo>
                  <a:cubicBezTo>
                    <a:pt x="8" y="23"/>
                    <a:pt x="3" y="18"/>
                    <a:pt x="3" y="13"/>
                  </a:cubicBezTo>
                  <a:cubicBezTo>
                    <a:pt x="3" y="7"/>
                    <a:pt x="8" y="3"/>
                    <a:pt x="13" y="3"/>
                  </a:cubicBezTo>
                  <a:cubicBezTo>
                    <a:pt x="19" y="3"/>
                    <a:pt x="23" y="7"/>
                    <a:pt x="23" y="13"/>
                  </a:cubicBezTo>
                  <a:cubicBezTo>
                    <a:pt x="23" y="18"/>
                    <a:pt x="19" y="23"/>
                    <a:pt x="13" y="23"/>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5" name="Freeform 109"/>
            <p:cNvSpPr>
              <a:spLocks noEditPoints="1" noChangeArrowheads="1"/>
            </p:cNvSpPr>
            <p:nvPr/>
          </p:nvSpPr>
          <p:spPr bwMode="auto">
            <a:xfrm>
              <a:off x="197125" y="129859"/>
              <a:ext cx="48580" cy="48580"/>
            </a:xfrm>
            <a:custGeom>
              <a:avLst/>
              <a:gdLst>
                <a:gd name="T0" fmla="*/ 2147483646 w 22"/>
                <a:gd name="T1" fmla="*/ 0 h 22"/>
                <a:gd name="T2" fmla="*/ 0 w 22"/>
                <a:gd name="T3" fmla="*/ 2147483646 h 22"/>
                <a:gd name="T4" fmla="*/ 2147483646 w 22"/>
                <a:gd name="T5" fmla="*/ 2147483646 h 22"/>
                <a:gd name="T6" fmla="*/ 2147483646 w 22"/>
                <a:gd name="T7" fmla="*/ 2147483646 h 22"/>
                <a:gd name="T8" fmla="*/ 2147483646 w 22"/>
                <a:gd name="T9" fmla="*/ 0 h 22"/>
                <a:gd name="T10" fmla="*/ 2147483646 w 22"/>
                <a:gd name="T11" fmla="*/ 2147483646 h 22"/>
                <a:gd name="T12" fmla="*/ 2147483646 w 22"/>
                <a:gd name="T13" fmla="*/ 2147483646 h 22"/>
                <a:gd name="T14" fmla="*/ 2147483646 w 22"/>
                <a:gd name="T15" fmla="*/ 2147483646 h 22"/>
                <a:gd name="T16" fmla="*/ 2147483646 w 22"/>
                <a:gd name="T17" fmla="*/ 2147483646 h 22"/>
                <a:gd name="T18" fmla="*/ 2147483646 w 22"/>
                <a:gd name="T19" fmla="*/ 2147483646 h 2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22"/>
                <a:gd name="T31" fmla="*/ 0 h 22"/>
                <a:gd name="T32" fmla="*/ 22 w 22"/>
                <a:gd name="T33" fmla="*/ 22 h 22"/>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2" h="22">
                  <a:moveTo>
                    <a:pt x="11" y="0"/>
                  </a:moveTo>
                  <a:cubicBezTo>
                    <a:pt x="5" y="0"/>
                    <a:pt x="0" y="5"/>
                    <a:pt x="0" y="11"/>
                  </a:cubicBezTo>
                  <a:cubicBezTo>
                    <a:pt x="0" y="17"/>
                    <a:pt x="5" y="22"/>
                    <a:pt x="11" y="22"/>
                  </a:cubicBezTo>
                  <a:cubicBezTo>
                    <a:pt x="17" y="22"/>
                    <a:pt x="22" y="17"/>
                    <a:pt x="22" y="11"/>
                  </a:cubicBezTo>
                  <a:cubicBezTo>
                    <a:pt x="22" y="5"/>
                    <a:pt x="17" y="0"/>
                    <a:pt x="11" y="0"/>
                  </a:cubicBezTo>
                  <a:close/>
                  <a:moveTo>
                    <a:pt x="11" y="17"/>
                  </a:moveTo>
                  <a:cubicBezTo>
                    <a:pt x="8" y="17"/>
                    <a:pt x="5" y="14"/>
                    <a:pt x="5" y="11"/>
                  </a:cubicBezTo>
                  <a:cubicBezTo>
                    <a:pt x="5" y="8"/>
                    <a:pt x="8" y="5"/>
                    <a:pt x="11" y="5"/>
                  </a:cubicBezTo>
                  <a:cubicBezTo>
                    <a:pt x="14" y="5"/>
                    <a:pt x="17" y="8"/>
                    <a:pt x="17" y="11"/>
                  </a:cubicBezTo>
                  <a:cubicBezTo>
                    <a:pt x="17" y="14"/>
                    <a:pt x="14" y="17"/>
                    <a:pt x="11" y="17"/>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6" name="Freeform 110"/>
            <p:cNvSpPr>
              <a:spLocks noEditPoints="1" noChangeArrowheads="1"/>
            </p:cNvSpPr>
            <p:nvPr/>
          </p:nvSpPr>
          <p:spPr bwMode="auto">
            <a:xfrm>
              <a:off x="82213" y="181242"/>
              <a:ext cx="30830" cy="30830"/>
            </a:xfrm>
            <a:custGeom>
              <a:avLst/>
              <a:gdLst>
                <a:gd name="T0" fmla="*/ 2147483646 w 14"/>
                <a:gd name="T1" fmla="*/ 0 h 14"/>
                <a:gd name="T2" fmla="*/ 0 w 14"/>
                <a:gd name="T3" fmla="*/ 2147483646 h 14"/>
                <a:gd name="T4" fmla="*/ 2147483646 w 14"/>
                <a:gd name="T5" fmla="*/ 2147483646 h 14"/>
                <a:gd name="T6" fmla="*/ 2147483646 w 14"/>
                <a:gd name="T7" fmla="*/ 2147483646 h 14"/>
                <a:gd name="T8" fmla="*/ 2147483646 w 14"/>
                <a:gd name="T9" fmla="*/ 0 h 14"/>
                <a:gd name="T10" fmla="*/ 2147483646 w 14"/>
                <a:gd name="T11" fmla="*/ 2147483646 h 14"/>
                <a:gd name="T12" fmla="*/ 2147483646 w 14"/>
                <a:gd name="T13" fmla="*/ 2147483646 h 14"/>
                <a:gd name="T14" fmla="*/ 2147483646 w 14"/>
                <a:gd name="T15" fmla="*/ 2147483646 h 14"/>
                <a:gd name="T16" fmla="*/ 2147483646 w 14"/>
                <a:gd name="T17" fmla="*/ 2147483646 h 14"/>
                <a:gd name="T18" fmla="*/ 2147483646 w 14"/>
                <a:gd name="T19" fmla="*/ 2147483646 h 1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4"/>
                <a:gd name="T31" fmla="*/ 0 h 14"/>
                <a:gd name="T32" fmla="*/ 14 w 14"/>
                <a:gd name="T33" fmla="*/ 14 h 14"/>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4" h="14">
                  <a:moveTo>
                    <a:pt x="7" y="0"/>
                  </a:moveTo>
                  <a:cubicBezTo>
                    <a:pt x="3" y="0"/>
                    <a:pt x="0" y="3"/>
                    <a:pt x="0" y="7"/>
                  </a:cubicBezTo>
                  <a:cubicBezTo>
                    <a:pt x="0" y="11"/>
                    <a:pt x="3" y="14"/>
                    <a:pt x="7" y="14"/>
                  </a:cubicBezTo>
                  <a:cubicBezTo>
                    <a:pt x="11" y="14"/>
                    <a:pt x="14" y="11"/>
                    <a:pt x="14" y="7"/>
                  </a:cubicBezTo>
                  <a:cubicBezTo>
                    <a:pt x="14" y="3"/>
                    <a:pt x="11" y="0"/>
                    <a:pt x="7" y="0"/>
                  </a:cubicBezTo>
                  <a:close/>
                  <a:moveTo>
                    <a:pt x="7" y="10"/>
                  </a:moveTo>
                  <a:cubicBezTo>
                    <a:pt x="5" y="10"/>
                    <a:pt x="4" y="9"/>
                    <a:pt x="4" y="7"/>
                  </a:cubicBezTo>
                  <a:cubicBezTo>
                    <a:pt x="4" y="5"/>
                    <a:pt x="5" y="3"/>
                    <a:pt x="7" y="3"/>
                  </a:cubicBezTo>
                  <a:cubicBezTo>
                    <a:pt x="9" y="3"/>
                    <a:pt x="11" y="5"/>
                    <a:pt x="11" y="7"/>
                  </a:cubicBezTo>
                  <a:cubicBezTo>
                    <a:pt x="11" y="9"/>
                    <a:pt x="9" y="10"/>
                    <a:pt x="7" y="10"/>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7" name="Freeform 111"/>
            <p:cNvSpPr>
              <a:spLocks noEditPoints="1" noChangeArrowheads="1"/>
            </p:cNvSpPr>
            <p:nvPr/>
          </p:nvSpPr>
          <p:spPr bwMode="auto">
            <a:xfrm>
              <a:off x="172834" y="105568"/>
              <a:ext cx="97161" cy="97161"/>
            </a:xfrm>
            <a:custGeom>
              <a:avLst/>
              <a:gdLst>
                <a:gd name="T0" fmla="*/ 2147483646 w 44"/>
                <a:gd name="T1" fmla="*/ 0 h 44"/>
                <a:gd name="T2" fmla="*/ 0 w 44"/>
                <a:gd name="T3" fmla="*/ 2147483646 h 44"/>
                <a:gd name="T4" fmla="*/ 2147483646 w 44"/>
                <a:gd name="T5" fmla="*/ 2147483646 h 44"/>
                <a:gd name="T6" fmla="*/ 2147483646 w 44"/>
                <a:gd name="T7" fmla="*/ 2147483646 h 44"/>
                <a:gd name="T8" fmla="*/ 2147483646 w 44"/>
                <a:gd name="T9" fmla="*/ 0 h 44"/>
                <a:gd name="T10" fmla="*/ 2147483646 w 44"/>
                <a:gd name="T11" fmla="*/ 2147483646 h 44"/>
                <a:gd name="T12" fmla="*/ 2147483646 w 44"/>
                <a:gd name="T13" fmla="*/ 2147483646 h 44"/>
                <a:gd name="T14" fmla="*/ 2147483646 w 44"/>
                <a:gd name="T15" fmla="*/ 2147483646 h 44"/>
                <a:gd name="T16" fmla="*/ 2147483646 w 44"/>
                <a:gd name="T17" fmla="*/ 2147483646 h 44"/>
                <a:gd name="T18" fmla="*/ 2147483646 w 44"/>
                <a:gd name="T19" fmla="*/ 2147483646 h 4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44"/>
                <a:gd name="T31" fmla="*/ 0 h 44"/>
                <a:gd name="T32" fmla="*/ 44 w 44"/>
                <a:gd name="T33" fmla="*/ 44 h 44"/>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44" h="44">
                  <a:moveTo>
                    <a:pt x="22" y="0"/>
                  </a:moveTo>
                  <a:cubicBezTo>
                    <a:pt x="10" y="0"/>
                    <a:pt x="0" y="10"/>
                    <a:pt x="0" y="22"/>
                  </a:cubicBezTo>
                  <a:cubicBezTo>
                    <a:pt x="0" y="34"/>
                    <a:pt x="10" y="44"/>
                    <a:pt x="22" y="44"/>
                  </a:cubicBezTo>
                  <a:cubicBezTo>
                    <a:pt x="34" y="44"/>
                    <a:pt x="44" y="34"/>
                    <a:pt x="44" y="22"/>
                  </a:cubicBezTo>
                  <a:cubicBezTo>
                    <a:pt x="44" y="10"/>
                    <a:pt x="34" y="0"/>
                    <a:pt x="22" y="0"/>
                  </a:cubicBezTo>
                  <a:close/>
                  <a:moveTo>
                    <a:pt x="22" y="39"/>
                  </a:moveTo>
                  <a:cubicBezTo>
                    <a:pt x="13" y="39"/>
                    <a:pt x="5" y="31"/>
                    <a:pt x="5" y="22"/>
                  </a:cubicBezTo>
                  <a:cubicBezTo>
                    <a:pt x="5" y="13"/>
                    <a:pt x="13" y="6"/>
                    <a:pt x="22" y="6"/>
                  </a:cubicBezTo>
                  <a:cubicBezTo>
                    <a:pt x="31" y="6"/>
                    <a:pt x="39" y="13"/>
                    <a:pt x="39" y="22"/>
                  </a:cubicBezTo>
                  <a:cubicBezTo>
                    <a:pt x="39" y="31"/>
                    <a:pt x="31" y="39"/>
                    <a:pt x="22" y="39"/>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8" name="Freeform 112"/>
            <p:cNvSpPr>
              <a:spLocks noEditPoints="1" noChangeArrowheads="1"/>
            </p:cNvSpPr>
            <p:nvPr/>
          </p:nvSpPr>
          <p:spPr bwMode="auto">
            <a:xfrm>
              <a:off x="0" y="0"/>
              <a:ext cx="402656" cy="450303"/>
            </a:xfrm>
            <a:custGeom>
              <a:avLst/>
              <a:gdLst>
                <a:gd name="T0" fmla="*/ 2147483646 w 182"/>
                <a:gd name="T1" fmla="*/ 2147483646 h 204"/>
                <a:gd name="T2" fmla="*/ 2147483646 w 182"/>
                <a:gd name="T3" fmla="*/ 2147483646 h 204"/>
                <a:gd name="T4" fmla="*/ 2147483646 w 182"/>
                <a:gd name="T5" fmla="*/ 0 h 204"/>
                <a:gd name="T6" fmla="*/ 2147483646 w 182"/>
                <a:gd name="T7" fmla="*/ 2147483646 h 204"/>
                <a:gd name="T8" fmla="*/ 0 w 182"/>
                <a:gd name="T9" fmla="*/ 2147483646 h 204"/>
                <a:gd name="T10" fmla="*/ 2147483646 w 182"/>
                <a:gd name="T11" fmla="*/ 2147483646 h 204"/>
                <a:gd name="T12" fmla="*/ 2147483646 w 182"/>
                <a:gd name="T13" fmla="*/ 2147483646 h 204"/>
                <a:gd name="T14" fmla="*/ 2147483646 w 182"/>
                <a:gd name="T15" fmla="*/ 2147483646 h 204"/>
                <a:gd name="T16" fmla="*/ 2147483646 w 182"/>
                <a:gd name="T17" fmla="*/ 2147483646 h 204"/>
                <a:gd name="T18" fmla="*/ 2147483646 w 182"/>
                <a:gd name="T19" fmla="*/ 2147483646 h 204"/>
                <a:gd name="T20" fmla="*/ 2147483646 w 182"/>
                <a:gd name="T21" fmla="*/ 2147483646 h 204"/>
                <a:gd name="T22" fmla="*/ 2147483646 w 182"/>
                <a:gd name="T23" fmla="*/ 2147483646 h 204"/>
                <a:gd name="T24" fmla="*/ 2147483646 w 182"/>
                <a:gd name="T25" fmla="*/ 2147483646 h 204"/>
                <a:gd name="T26" fmla="*/ 2147483646 w 182"/>
                <a:gd name="T27" fmla="*/ 2147483646 h 204"/>
                <a:gd name="T28" fmla="*/ 2147483646 w 182"/>
                <a:gd name="T29" fmla="*/ 2147483646 h 204"/>
                <a:gd name="T30" fmla="*/ 2147483646 w 182"/>
                <a:gd name="T31" fmla="*/ 2147483646 h 204"/>
                <a:gd name="T32" fmla="*/ 2147483646 w 182"/>
                <a:gd name="T33" fmla="*/ 2147483646 h 204"/>
                <a:gd name="T34" fmla="*/ 2147483646 w 182"/>
                <a:gd name="T35" fmla="*/ 2147483646 h 204"/>
                <a:gd name="T36" fmla="*/ 2147483646 w 182"/>
                <a:gd name="T37" fmla="*/ 2147483646 h 204"/>
                <a:gd name="T38" fmla="*/ 2147483646 w 182"/>
                <a:gd name="T39" fmla="*/ 2147483646 h 204"/>
                <a:gd name="T40" fmla="*/ 2147483646 w 182"/>
                <a:gd name="T41" fmla="*/ 2147483646 h 204"/>
                <a:gd name="T42" fmla="*/ 2147483646 w 182"/>
                <a:gd name="T43" fmla="*/ 2147483646 h 204"/>
                <a:gd name="T44" fmla="*/ 2147483646 w 182"/>
                <a:gd name="T45" fmla="*/ 2147483646 h 204"/>
                <a:gd name="T46" fmla="*/ 2147483646 w 182"/>
                <a:gd name="T47" fmla="*/ 2147483646 h 204"/>
                <a:gd name="T48" fmla="*/ 2147483646 w 182"/>
                <a:gd name="T49" fmla="*/ 2147483646 h 204"/>
                <a:gd name="T50" fmla="*/ 2147483646 w 182"/>
                <a:gd name="T51" fmla="*/ 2147483646 h 204"/>
                <a:gd name="T52" fmla="*/ 2147483646 w 182"/>
                <a:gd name="T53" fmla="*/ 2147483646 h 204"/>
                <a:gd name="T54" fmla="*/ 2147483646 w 182"/>
                <a:gd name="T55" fmla="*/ 2147483646 h 204"/>
                <a:gd name="T56" fmla="*/ 2147483646 w 182"/>
                <a:gd name="T57" fmla="*/ 2147483646 h 204"/>
                <a:gd name="T58" fmla="*/ 2147483646 w 182"/>
                <a:gd name="T59" fmla="*/ 2147483646 h 204"/>
                <a:gd name="T60" fmla="*/ 2147483646 w 182"/>
                <a:gd name="T61" fmla="*/ 2147483646 h 204"/>
                <a:gd name="T62" fmla="*/ 2147483646 w 182"/>
                <a:gd name="T63" fmla="*/ 2147483646 h 204"/>
                <a:gd name="T64" fmla="*/ 2147483646 w 182"/>
                <a:gd name="T65" fmla="*/ 2147483646 h 204"/>
                <a:gd name="T66" fmla="*/ 2147483646 w 182"/>
                <a:gd name="T67" fmla="*/ 2147483646 h 204"/>
                <a:gd name="T68" fmla="*/ 2147483646 w 182"/>
                <a:gd name="T69" fmla="*/ 2147483646 h 204"/>
                <a:gd name="T70" fmla="*/ 2147483646 w 182"/>
                <a:gd name="T71" fmla="*/ 2147483646 h 204"/>
                <a:gd name="T72" fmla="*/ 2147483646 w 182"/>
                <a:gd name="T73" fmla="*/ 2147483646 h 204"/>
                <a:gd name="T74" fmla="*/ 2147483646 w 182"/>
                <a:gd name="T75" fmla="*/ 2147483646 h 204"/>
                <a:gd name="T76" fmla="*/ 2147483646 w 182"/>
                <a:gd name="T77" fmla="*/ 2147483646 h 204"/>
                <a:gd name="T78" fmla="*/ 2147483646 w 182"/>
                <a:gd name="T79" fmla="*/ 2147483646 h 204"/>
                <a:gd name="T80" fmla="*/ 2147483646 w 182"/>
                <a:gd name="T81" fmla="*/ 2147483646 h 204"/>
                <a:gd name="T82" fmla="*/ 2147483646 w 182"/>
                <a:gd name="T83" fmla="*/ 2147483646 h 204"/>
                <a:gd name="T84" fmla="*/ 2147483646 w 182"/>
                <a:gd name="T85" fmla="*/ 2147483646 h 204"/>
                <a:gd name="T86" fmla="*/ 2147483646 w 182"/>
                <a:gd name="T87" fmla="*/ 2147483646 h 204"/>
                <a:gd name="T88" fmla="*/ 2147483646 w 182"/>
                <a:gd name="T89" fmla="*/ 2147483646 h 204"/>
                <a:gd name="T90" fmla="*/ 2147483646 w 182"/>
                <a:gd name="T91" fmla="*/ 2147483646 h 20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82"/>
                <a:gd name="T139" fmla="*/ 0 h 204"/>
                <a:gd name="T140" fmla="*/ 182 w 182"/>
                <a:gd name="T141" fmla="*/ 204 h 204"/>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82" h="204">
                  <a:moveTo>
                    <a:pt x="170" y="111"/>
                  </a:moveTo>
                  <a:cubicBezTo>
                    <a:pt x="166" y="107"/>
                    <a:pt x="160" y="102"/>
                    <a:pt x="157" y="96"/>
                  </a:cubicBezTo>
                  <a:cubicBezTo>
                    <a:pt x="153" y="87"/>
                    <a:pt x="158" y="79"/>
                    <a:pt x="157" y="70"/>
                  </a:cubicBezTo>
                  <a:cubicBezTo>
                    <a:pt x="157" y="63"/>
                    <a:pt x="155" y="54"/>
                    <a:pt x="153" y="48"/>
                  </a:cubicBezTo>
                  <a:cubicBezTo>
                    <a:pt x="149" y="37"/>
                    <a:pt x="142" y="28"/>
                    <a:pt x="133" y="21"/>
                  </a:cubicBezTo>
                  <a:cubicBezTo>
                    <a:pt x="119" y="8"/>
                    <a:pt x="100" y="0"/>
                    <a:pt x="78" y="0"/>
                  </a:cubicBezTo>
                  <a:cubicBezTo>
                    <a:pt x="35" y="0"/>
                    <a:pt x="0" y="32"/>
                    <a:pt x="0" y="71"/>
                  </a:cubicBezTo>
                  <a:cubicBezTo>
                    <a:pt x="0" y="74"/>
                    <a:pt x="0" y="77"/>
                    <a:pt x="1" y="79"/>
                  </a:cubicBezTo>
                  <a:cubicBezTo>
                    <a:pt x="1" y="96"/>
                    <a:pt x="6" y="117"/>
                    <a:pt x="22" y="139"/>
                  </a:cubicBezTo>
                  <a:cubicBezTo>
                    <a:pt x="22" y="139"/>
                    <a:pt x="43" y="182"/>
                    <a:pt x="0" y="204"/>
                  </a:cubicBezTo>
                  <a:cubicBezTo>
                    <a:pt x="95" y="204"/>
                    <a:pt x="95" y="204"/>
                    <a:pt x="95" y="204"/>
                  </a:cubicBezTo>
                  <a:cubicBezTo>
                    <a:pt x="95" y="204"/>
                    <a:pt x="102" y="176"/>
                    <a:pt x="113" y="176"/>
                  </a:cubicBezTo>
                  <a:cubicBezTo>
                    <a:pt x="123" y="176"/>
                    <a:pt x="133" y="177"/>
                    <a:pt x="142" y="176"/>
                  </a:cubicBezTo>
                  <a:cubicBezTo>
                    <a:pt x="144" y="177"/>
                    <a:pt x="146" y="176"/>
                    <a:pt x="147" y="176"/>
                  </a:cubicBezTo>
                  <a:cubicBezTo>
                    <a:pt x="147" y="176"/>
                    <a:pt x="147" y="176"/>
                    <a:pt x="147" y="176"/>
                  </a:cubicBezTo>
                  <a:cubicBezTo>
                    <a:pt x="147" y="176"/>
                    <a:pt x="147" y="176"/>
                    <a:pt x="147" y="176"/>
                  </a:cubicBezTo>
                  <a:cubicBezTo>
                    <a:pt x="154" y="173"/>
                    <a:pt x="149" y="157"/>
                    <a:pt x="149" y="157"/>
                  </a:cubicBezTo>
                  <a:cubicBezTo>
                    <a:pt x="153" y="155"/>
                    <a:pt x="156" y="153"/>
                    <a:pt x="156" y="151"/>
                  </a:cubicBezTo>
                  <a:cubicBezTo>
                    <a:pt x="156" y="150"/>
                    <a:pt x="156" y="150"/>
                    <a:pt x="156" y="150"/>
                  </a:cubicBezTo>
                  <a:cubicBezTo>
                    <a:pt x="156" y="148"/>
                    <a:pt x="152" y="146"/>
                    <a:pt x="146" y="145"/>
                  </a:cubicBezTo>
                  <a:cubicBezTo>
                    <a:pt x="149" y="145"/>
                    <a:pt x="149" y="145"/>
                    <a:pt x="149" y="145"/>
                  </a:cubicBezTo>
                  <a:cubicBezTo>
                    <a:pt x="153" y="145"/>
                    <a:pt x="156" y="143"/>
                    <a:pt x="156" y="140"/>
                  </a:cubicBezTo>
                  <a:cubicBezTo>
                    <a:pt x="156" y="140"/>
                    <a:pt x="156" y="140"/>
                    <a:pt x="156" y="140"/>
                  </a:cubicBezTo>
                  <a:cubicBezTo>
                    <a:pt x="156" y="139"/>
                    <a:pt x="156" y="138"/>
                    <a:pt x="155" y="138"/>
                  </a:cubicBezTo>
                  <a:cubicBezTo>
                    <a:pt x="156" y="135"/>
                    <a:pt x="159" y="121"/>
                    <a:pt x="160" y="121"/>
                  </a:cubicBezTo>
                  <a:cubicBezTo>
                    <a:pt x="182" y="119"/>
                    <a:pt x="170" y="111"/>
                    <a:pt x="170" y="111"/>
                  </a:cubicBezTo>
                  <a:close/>
                  <a:moveTo>
                    <a:pt x="66" y="93"/>
                  </a:moveTo>
                  <a:cubicBezTo>
                    <a:pt x="62" y="93"/>
                    <a:pt x="62" y="93"/>
                    <a:pt x="62" y="93"/>
                  </a:cubicBezTo>
                  <a:cubicBezTo>
                    <a:pt x="62" y="95"/>
                    <a:pt x="61" y="97"/>
                    <a:pt x="60" y="99"/>
                  </a:cubicBezTo>
                  <a:cubicBezTo>
                    <a:pt x="62" y="102"/>
                    <a:pt x="62" y="102"/>
                    <a:pt x="62" y="102"/>
                  </a:cubicBezTo>
                  <a:cubicBezTo>
                    <a:pt x="57" y="107"/>
                    <a:pt x="57" y="107"/>
                    <a:pt x="57" y="107"/>
                  </a:cubicBezTo>
                  <a:cubicBezTo>
                    <a:pt x="54" y="105"/>
                    <a:pt x="54" y="105"/>
                    <a:pt x="54" y="105"/>
                  </a:cubicBezTo>
                  <a:cubicBezTo>
                    <a:pt x="52" y="106"/>
                    <a:pt x="50" y="107"/>
                    <a:pt x="48" y="107"/>
                  </a:cubicBezTo>
                  <a:cubicBezTo>
                    <a:pt x="48" y="110"/>
                    <a:pt x="48" y="110"/>
                    <a:pt x="48" y="110"/>
                  </a:cubicBezTo>
                  <a:cubicBezTo>
                    <a:pt x="40" y="110"/>
                    <a:pt x="40" y="110"/>
                    <a:pt x="40" y="110"/>
                  </a:cubicBezTo>
                  <a:cubicBezTo>
                    <a:pt x="40" y="107"/>
                    <a:pt x="40" y="107"/>
                    <a:pt x="40" y="107"/>
                  </a:cubicBezTo>
                  <a:cubicBezTo>
                    <a:pt x="38" y="107"/>
                    <a:pt x="36" y="106"/>
                    <a:pt x="34" y="105"/>
                  </a:cubicBezTo>
                  <a:cubicBezTo>
                    <a:pt x="32" y="107"/>
                    <a:pt x="32" y="107"/>
                    <a:pt x="32" y="107"/>
                  </a:cubicBezTo>
                  <a:cubicBezTo>
                    <a:pt x="26" y="102"/>
                    <a:pt x="26" y="102"/>
                    <a:pt x="26" y="102"/>
                  </a:cubicBezTo>
                  <a:cubicBezTo>
                    <a:pt x="28" y="99"/>
                    <a:pt x="28" y="99"/>
                    <a:pt x="28" y="99"/>
                  </a:cubicBezTo>
                  <a:cubicBezTo>
                    <a:pt x="27" y="97"/>
                    <a:pt x="26" y="95"/>
                    <a:pt x="26" y="93"/>
                  </a:cubicBezTo>
                  <a:cubicBezTo>
                    <a:pt x="22" y="93"/>
                    <a:pt x="22" y="93"/>
                    <a:pt x="22" y="93"/>
                  </a:cubicBezTo>
                  <a:cubicBezTo>
                    <a:pt x="22" y="85"/>
                    <a:pt x="22" y="85"/>
                    <a:pt x="22" y="85"/>
                  </a:cubicBezTo>
                  <a:cubicBezTo>
                    <a:pt x="26" y="85"/>
                    <a:pt x="26" y="85"/>
                    <a:pt x="26" y="85"/>
                  </a:cubicBezTo>
                  <a:cubicBezTo>
                    <a:pt x="26" y="83"/>
                    <a:pt x="27" y="81"/>
                    <a:pt x="28" y="79"/>
                  </a:cubicBezTo>
                  <a:cubicBezTo>
                    <a:pt x="26" y="76"/>
                    <a:pt x="26" y="76"/>
                    <a:pt x="26" y="76"/>
                  </a:cubicBezTo>
                  <a:cubicBezTo>
                    <a:pt x="31" y="71"/>
                    <a:pt x="31" y="71"/>
                    <a:pt x="31" y="71"/>
                  </a:cubicBezTo>
                  <a:cubicBezTo>
                    <a:pt x="34" y="73"/>
                    <a:pt x="34" y="73"/>
                    <a:pt x="34" y="73"/>
                  </a:cubicBezTo>
                  <a:cubicBezTo>
                    <a:pt x="36" y="72"/>
                    <a:pt x="38" y="71"/>
                    <a:pt x="40" y="71"/>
                  </a:cubicBezTo>
                  <a:cubicBezTo>
                    <a:pt x="40" y="68"/>
                    <a:pt x="40" y="68"/>
                    <a:pt x="40" y="68"/>
                  </a:cubicBezTo>
                  <a:cubicBezTo>
                    <a:pt x="48" y="68"/>
                    <a:pt x="48" y="68"/>
                    <a:pt x="48" y="68"/>
                  </a:cubicBezTo>
                  <a:cubicBezTo>
                    <a:pt x="48" y="71"/>
                    <a:pt x="48" y="71"/>
                    <a:pt x="48" y="71"/>
                  </a:cubicBezTo>
                  <a:cubicBezTo>
                    <a:pt x="50" y="71"/>
                    <a:pt x="52" y="72"/>
                    <a:pt x="54" y="73"/>
                  </a:cubicBezTo>
                  <a:cubicBezTo>
                    <a:pt x="57" y="71"/>
                    <a:pt x="57" y="71"/>
                    <a:pt x="57" y="71"/>
                  </a:cubicBezTo>
                  <a:cubicBezTo>
                    <a:pt x="63" y="76"/>
                    <a:pt x="63" y="76"/>
                    <a:pt x="63" y="76"/>
                  </a:cubicBezTo>
                  <a:cubicBezTo>
                    <a:pt x="60" y="79"/>
                    <a:pt x="60" y="79"/>
                    <a:pt x="60" y="79"/>
                  </a:cubicBezTo>
                  <a:cubicBezTo>
                    <a:pt x="61" y="81"/>
                    <a:pt x="62" y="83"/>
                    <a:pt x="63" y="85"/>
                  </a:cubicBezTo>
                  <a:cubicBezTo>
                    <a:pt x="66" y="85"/>
                    <a:pt x="66" y="85"/>
                    <a:pt x="66" y="85"/>
                  </a:cubicBezTo>
                  <a:lnTo>
                    <a:pt x="66" y="93"/>
                  </a:lnTo>
                  <a:close/>
                  <a:moveTo>
                    <a:pt x="136" y="77"/>
                  </a:moveTo>
                  <a:cubicBezTo>
                    <a:pt x="130" y="77"/>
                    <a:pt x="130" y="77"/>
                    <a:pt x="130" y="77"/>
                  </a:cubicBezTo>
                  <a:cubicBezTo>
                    <a:pt x="129" y="80"/>
                    <a:pt x="128" y="84"/>
                    <a:pt x="126" y="87"/>
                  </a:cubicBezTo>
                  <a:cubicBezTo>
                    <a:pt x="130" y="91"/>
                    <a:pt x="130" y="91"/>
                    <a:pt x="130" y="91"/>
                  </a:cubicBezTo>
                  <a:cubicBezTo>
                    <a:pt x="121" y="100"/>
                    <a:pt x="121" y="100"/>
                    <a:pt x="121" y="100"/>
                  </a:cubicBezTo>
                  <a:cubicBezTo>
                    <a:pt x="117" y="96"/>
                    <a:pt x="117" y="96"/>
                    <a:pt x="117" y="96"/>
                  </a:cubicBezTo>
                  <a:cubicBezTo>
                    <a:pt x="114" y="98"/>
                    <a:pt x="110" y="99"/>
                    <a:pt x="107" y="100"/>
                  </a:cubicBezTo>
                  <a:cubicBezTo>
                    <a:pt x="107" y="105"/>
                    <a:pt x="107" y="105"/>
                    <a:pt x="107" y="105"/>
                  </a:cubicBezTo>
                  <a:cubicBezTo>
                    <a:pt x="94" y="105"/>
                    <a:pt x="94" y="105"/>
                    <a:pt x="94" y="105"/>
                  </a:cubicBezTo>
                  <a:cubicBezTo>
                    <a:pt x="94" y="100"/>
                    <a:pt x="94" y="100"/>
                    <a:pt x="94" y="100"/>
                  </a:cubicBezTo>
                  <a:cubicBezTo>
                    <a:pt x="90" y="100"/>
                    <a:pt x="86" y="98"/>
                    <a:pt x="83" y="96"/>
                  </a:cubicBezTo>
                  <a:cubicBezTo>
                    <a:pt x="79" y="100"/>
                    <a:pt x="79" y="100"/>
                    <a:pt x="79" y="100"/>
                  </a:cubicBezTo>
                  <a:cubicBezTo>
                    <a:pt x="70" y="91"/>
                    <a:pt x="70" y="91"/>
                    <a:pt x="70" y="91"/>
                  </a:cubicBezTo>
                  <a:cubicBezTo>
                    <a:pt x="74" y="87"/>
                    <a:pt x="74" y="87"/>
                    <a:pt x="74" y="87"/>
                  </a:cubicBezTo>
                  <a:cubicBezTo>
                    <a:pt x="72" y="84"/>
                    <a:pt x="71" y="81"/>
                    <a:pt x="70" y="77"/>
                  </a:cubicBezTo>
                  <a:cubicBezTo>
                    <a:pt x="64" y="77"/>
                    <a:pt x="64" y="77"/>
                    <a:pt x="64" y="77"/>
                  </a:cubicBezTo>
                  <a:cubicBezTo>
                    <a:pt x="64" y="64"/>
                    <a:pt x="64" y="64"/>
                    <a:pt x="64" y="64"/>
                  </a:cubicBezTo>
                  <a:cubicBezTo>
                    <a:pt x="70" y="64"/>
                    <a:pt x="70" y="64"/>
                    <a:pt x="70" y="64"/>
                  </a:cubicBezTo>
                  <a:cubicBezTo>
                    <a:pt x="70" y="60"/>
                    <a:pt x="72" y="56"/>
                    <a:pt x="74" y="53"/>
                  </a:cubicBezTo>
                  <a:cubicBezTo>
                    <a:pt x="70" y="49"/>
                    <a:pt x="70" y="49"/>
                    <a:pt x="70" y="49"/>
                  </a:cubicBezTo>
                  <a:cubicBezTo>
                    <a:pt x="79" y="40"/>
                    <a:pt x="79" y="40"/>
                    <a:pt x="79" y="40"/>
                  </a:cubicBezTo>
                  <a:cubicBezTo>
                    <a:pt x="83" y="44"/>
                    <a:pt x="83" y="44"/>
                    <a:pt x="83" y="44"/>
                  </a:cubicBezTo>
                  <a:cubicBezTo>
                    <a:pt x="86" y="42"/>
                    <a:pt x="90" y="41"/>
                    <a:pt x="94" y="40"/>
                  </a:cubicBezTo>
                  <a:cubicBezTo>
                    <a:pt x="94" y="35"/>
                    <a:pt x="94" y="35"/>
                    <a:pt x="94" y="35"/>
                  </a:cubicBezTo>
                  <a:cubicBezTo>
                    <a:pt x="107" y="35"/>
                    <a:pt x="107" y="35"/>
                    <a:pt x="107" y="35"/>
                  </a:cubicBezTo>
                  <a:cubicBezTo>
                    <a:pt x="107" y="40"/>
                    <a:pt x="107" y="40"/>
                    <a:pt x="107" y="40"/>
                  </a:cubicBezTo>
                  <a:cubicBezTo>
                    <a:pt x="110" y="41"/>
                    <a:pt x="114" y="42"/>
                    <a:pt x="117" y="44"/>
                  </a:cubicBezTo>
                  <a:cubicBezTo>
                    <a:pt x="121" y="40"/>
                    <a:pt x="121" y="40"/>
                    <a:pt x="121" y="40"/>
                  </a:cubicBezTo>
                  <a:cubicBezTo>
                    <a:pt x="130" y="49"/>
                    <a:pt x="130" y="49"/>
                    <a:pt x="130" y="49"/>
                  </a:cubicBezTo>
                  <a:cubicBezTo>
                    <a:pt x="126" y="53"/>
                    <a:pt x="126" y="53"/>
                    <a:pt x="126" y="53"/>
                  </a:cubicBezTo>
                  <a:cubicBezTo>
                    <a:pt x="128" y="57"/>
                    <a:pt x="130" y="60"/>
                    <a:pt x="130" y="64"/>
                  </a:cubicBezTo>
                  <a:cubicBezTo>
                    <a:pt x="136" y="64"/>
                    <a:pt x="136" y="64"/>
                    <a:pt x="136" y="64"/>
                  </a:cubicBezTo>
                  <a:lnTo>
                    <a:pt x="136" y="77"/>
                  </a:ln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grpSp>
      <p:sp>
        <p:nvSpPr>
          <p:cNvPr id="2" name="文本框 1"/>
          <p:cNvSpPr txBox="1"/>
          <p:nvPr/>
        </p:nvSpPr>
        <p:spPr>
          <a:xfrm>
            <a:off x="1062355" y="1411605"/>
            <a:ext cx="3880485" cy="179768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Your brain sends electrical signals through nerves to your muscles. This system is called the voluntary nervous system. You decide to move, and the command travels fast. Muscles are designed to respond only when you choose to act.</a:t>
            </a:r>
            <a:endParaRPr lang="zh-CN" altLang="en-US" sz="1600">
              <a:solidFill>
                <a:schemeClr val="bg1"/>
              </a:solidFill>
              <a:latin typeface="Noto Sans SC Black" panose="020B0200000000000000" charset="-122"/>
              <a:ea typeface="Noto Sans SC Black" panose="020B0200000000000000" charset="-122"/>
            </a:endParaRPr>
          </a:p>
        </p:txBody>
      </p:sp>
      <p:sp>
        <p:nvSpPr>
          <p:cNvPr id="3" name="文本框 2"/>
          <p:cNvSpPr txBox="1"/>
          <p:nvPr/>
        </p:nvSpPr>
        <p:spPr>
          <a:xfrm>
            <a:off x="7881620" y="1427480"/>
            <a:ext cx="3880485" cy="179768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Cell growth is managed by involuntary processes inside your body, like hormones and genes. Your conscious mind does not talk to individual cells. Cells follow chemical instructions written in your DNA, not your thoughts.</a:t>
            </a:r>
            <a:endParaRPr lang="zh-CN" altLang="en-US" sz="1600">
              <a:solidFill>
                <a:schemeClr val="bg1"/>
              </a:solidFill>
              <a:latin typeface="Noto Sans SC Black" panose="020B0200000000000000" charset="-122"/>
              <a:ea typeface="Noto Sans SC Black" panose="020B0200000000000000" charset="-122"/>
            </a:endParaRPr>
          </a:p>
        </p:txBody>
      </p:sp>
      <p:sp>
        <p:nvSpPr>
          <p:cNvPr id="4" name="文本框 3"/>
          <p:cNvSpPr txBox="1"/>
          <p:nvPr/>
        </p:nvSpPr>
        <p:spPr>
          <a:xfrm>
            <a:off x="830580" y="4934585"/>
            <a:ext cx="3880485" cy="163639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Aging happens because cells gradually lose the ability to repair themselves. Tiny parts inside cells (telomeres) get shorter each time a cell divides. This is a built-in biological clock. No thought can turn off this clock, so we eventually age and die.</a:t>
            </a:r>
            <a:endParaRPr lang="zh-CN" altLang="en-US" sz="1600">
              <a:solidFill>
                <a:schemeClr val="bg1"/>
              </a:solidFill>
              <a:latin typeface="Noto Sans SC Black" panose="020B0200000000000000" charset="-122"/>
              <a:ea typeface="Noto Sans SC Black" panose="020B0200000000000000" charset="-122"/>
            </a:endParaRPr>
          </a:p>
        </p:txBody>
      </p:sp>
      <p:sp>
        <p:nvSpPr>
          <p:cNvPr id="5" name="文本框 4"/>
          <p:cNvSpPr txBox="1"/>
          <p:nvPr/>
        </p:nvSpPr>
        <p:spPr>
          <a:xfrm>
            <a:off x="7881620" y="4902835"/>
            <a:ext cx="4011295" cy="181927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Pain is a warning signal. When you touch something dangerous, special sensors send a fast message to your brain. Your brain makes you feel pain on purpose, to protect you from injury. Automatically rejecting all pain would be harmful—you might burn your hand without knowing it.</a:t>
            </a:r>
            <a:endParaRPr lang="zh-CN" altLang="en-US" sz="1600">
              <a:solidFill>
                <a:schemeClr val="bg1"/>
              </a:solidFill>
              <a:latin typeface="Noto Sans SC Black" panose="020B0200000000000000" charset="-122"/>
              <a:ea typeface="Noto Sans SC Black" panose="020B0200000000000000"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5362" name="等腰三角形 4"/>
          <p:cNvSpPr>
            <a:spLocks noChangeArrowheads="1"/>
          </p:cNvSpPr>
          <p:nvPr/>
        </p:nvSpPr>
        <p:spPr bwMode="auto">
          <a:xfrm flipV="1">
            <a:off x="3254375" y="1438275"/>
            <a:ext cx="5694363" cy="4906963"/>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3" name="等腰三角形 2"/>
          <p:cNvSpPr>
            <a:spLocks noChangeArrowheads="1"/>
          </p:cNvSpPr>
          <p:nvPr/>
        </p:nvSpPr>
        <p:spPr bwMode="auto">
          <a:xfrm flipV="1">
            <a:off x="3254375" y="812800"/>
            <a:ext cx="5694363" cy="490855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4" name="任意多边形 25"/>
          <p:cNvSpPr>
            <a:spLocks noChangeArrowheads="1"/>
          </p:cNvSpPr>
          <p:nvPr/>
        </p:nvSpPr>
        <p:spPr bwMode="auto">
          <a:xfrm rot="1800000">
            <a:off x="1408113" y="-146050"/>
            <a:ext cx="203200" cy="1446213"/>
          </a:xfrm>
          <a:custGeom>
            <a:avLst/>
            <a:gdLst>
              <a:gd name="T0" fmla="*/ 0 w 202739"/>
              <a:gd name="T1" fmla="*/ 116976 h 1446522"/>
              <a:gd name="T2" fmla="*/ 204125 w 202739"/>
              <a:gd name="T3" fmla="*/ 0 h 1446522"/>
              <a:gd name="T4" fmla="*/ 204125 w 202739"/>
              <a:gd name="T5" fmla="*/ 1445595 h 1446522"/>
              <a:gd name="T6" fmla="*/ 0 w 202739"/>
              <a:gd name="T7" fmla="*/ 1445595 h 1446522"/>
              <a:gd name="T8" fmla="*/ 0 60000 65536"/>
              <a:gd name="T9" fmla="*/ 0 60000 65536"/>
              <a:gd name="T10" fmla="*/ 0 60000 65536"/>
              <a:gd name="T11" fmla="*/ 0 60000 65536"/>
              <a:gd name="T12" fmla="*/ 0 w 202739"/>
              <a:gd name="T13" fmla="*/ 0 h 1446522"/>
              <a:gd name="T14" fmla="*/ 202739 w 202739"/>
              <a:gd name="T15" fmla="*/ 1446522 h 1446522"/>
            </a:gdLst>
            <a:ahLst/>
            <a:cxnLst>
              <a:cxn ang="T8">
                <a:pos x="T0" y="T1"/>
              </a:cxn>
              <a:cxn ang="T9">
                <a:pos x="T2" y="T3"/>
              </a:cxn>
              <a:cxn ang="T10">
                <a:pos x="T4" y="T5"/>
              </a:cxn>
              <a:cxn ang="T11">
                <a:pos x="T6" y="T7"/>
              </a:cxn>
            </a:cxnLst>
            <a:rect l="T12" t="T13" r="T14" b="T15"/>
            <a:pathLst>
              <a:path w="202739" h="1446522">
                <a:moveTo>
                  <a:pt x="0" y="117051"/>
                </a:moveTo>
                <a:lnTo>
                  <a:pt x="202739" y="0"/>
                </a:lnTo>
                <a:lnTo>
                  <a:pt x="202739" y="1446522"/>
                </a:lnTo>
                <a:lnTo>
                  <a:pt x="0" y="1446522"/>
                </a:lnTo>
                <a:lnTo>
                  <a:pt x="0" y="117051"/>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5" name="任意多边形 27"/>
          <p:cNvSpPr>
            <a:spLocks noChangeArrowheads="1"/>
          </p:cNvSpPr>
          <p:nvPr/>
        </p:nvSpPr>
        <p:spPr bwMode="auto">
          <a:xfrm rot="1800000">
            <a:off x="1304925" y="-219075"/>
            <a:ext cx="46038" cy="3121025"/>
          </a:xfrm>
          <a:custGeom>
            <a:avLst/>
            <a:gdLst>
              <a:gd name="T0" fmla="*/ 0 w 45719"/>
              <a:gd name="T1" fmla="*/ 26387 h 3121422"/>
              <a:gd name="T2" fmla="*/ 46682 w 45719"/>
              <a:gd name="T3" fmla="*/ 0 h 3121422"/>
              <a:gd name="T4" fmla="*/ 46682 w 45719"/>
              <a:gd name="T5" fmla="*/ 3120231 h 3121422"/>
              <a:gd name="T6" fmla="*/ 0 w 45719"/>
              <a:gd name="T7" fmla="*/ 3120231 h 3121422"/>
              <a:gd name="T8" fmla="*/ 0 60000 65536"/>
              <a:gd name="T9" fmla="*/ 0 60000 65536"/>
              <a:gd name="T10" fmla="*/ 0 60000 65536"/>
              <a:gd name="T11" fmla="*/ 0 60000 65536"/>
              <a:gd name="T12" fmla="*/ 0 w 45719"/>
              <a:gd name="T13" fmla="*/ 0 h 3121422"/>
              <a:gd name="T14" fmla="*/ 45719 w 45719"/>
              <a:gd name="T15" fmla="*/ 3121422 h 3121422"/>
            </a:gdLst>
            <a:ahLst/>
            <a:cxnLst>
              <a:cxn ang="T8">
                <a:pos x="T0" y="T1"/>
              </a:cxn>
              <a:cxn ang="T9">
                <a:pos x="T2" y="T3"/>
              </a:cxn>
              <a:cxn ang="T10">
                <a:pos x="T4" y="T5"/>
              </a:cxn>
              <a:cxn ang="T11">
                <a:pos x="T6" y="T7"/>
              </a:cxn>
            </a:cxnLst>
            <a:rect l="T12" t="T13" r="T14" b="T15"/>
            <a:pathLst>
              <a:path w="45719" h="3121422">
                <a:moveTo>
                  <a:pt x="0" y="26396"/>
                </a:moveTo>
                <a:lnTo>
                  <a:pt x="45719" y="0"/>
                </a:lnTo>
                <a:lnTo>
                  <a:pt x="45719" y="3121422"/>
                </a:lnTo>
                <a:lnTo>
                  <a:pt x="0" y="3121422"/>
                </a:lnTo>
                <a:lnTo>
                  <a:pt x="0" y="26396"/>
                </a:lnTo>
                <a:close/>
              </a:path>
            </a:pathLst>
          </a:cu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6" name="任意多边形 31"/>
          <p:cNvSpPr>
            <a:spLocks noChangeArrowheads="1"/>
          </p:cNvSpPr>
          <p:nvPr/>
        </p:nvSpPr>
        <p:spPr bwMode="auto">
          <a:xfrm rot="1800000">
            <a:off x="2024063" y="4803775"/>
            <a:ext cx="46037" cy="2219325"/>
          </a:xfrm>
          <a:custGeom>
            <a:avLst/>
            <a:gdLst>
              <a:gd name="T0" fmla="*/ 0 w 45719"/>
              <a:gd name="T1" fmla="*/ 0 h 2219821"/>
              <a:gd name="T2" fmla="*/ 46679 w 45719"/>
              <a:gd name="T3" fmla="*/ 0 h 2219821"/>
              <a:gd name="T4" fmla="*/ 46679 w 45719"/>
              <a:gd name="T5" fmla="*/ 2191955 h 2219821"/>
              <a:gd name="T6" fmla="*/ 0 w 45719"/>
              <a:gd name="T7" fmla="*/ 2218333 h 2219821"/>
              <a:gd name="T8" fmla="*/ 0 60000 65536"/>
              <a:gd name="T9" fmla="*/ 0 60000 65536"/>
              <a:gd name="T10" fmla="*/ 0 60000 65536"/>
              <a:gd name="T11" fmla="*/ 0 60000 65536"/>
              <a:gd name="T12" fmla="*/ 0 w 45719"/>
              <a:gd name="T13" fmla="*/ 0 h 2219821"/>
              <a:gd name="T14" fmla="*/ 45719 w 45719"/>
              <a:gd name="T15" fmla="*/ 2219821 h 2219821"/>
            </a:gdLst>
            <a:ahLst/>
            <a:cxnLst>
              <a:cxn ang="T8">
                <a:pos x="T0" y="T1"/>
              </a:cxn>
              <a:cxn ang="T9">
                <a:pos x="T2" y="T3"/>
              </a:cxn>
              <a:cxn ang="T10">
                <a:pos x="T4" y="T5"/>
              </a:cxn>
              <a:cxn ang="T11">
                <a:pos x="T6" y="T7"/>
              </a:cxn>
            </a:cxnLst>
            <a:rect l="T12" t="T13" r="T14" b="T15"/>
            <a:pathLst>
              <a:path w="45719" h="2219821">
                <a:moveTo>
                  <a:pt x="0" y="0"/>
                </a:moveTo>
                <a:lnTo>
                  <a:pt x="45719" y="0"/>
                </a:lnTo>
                <a:lnTo>
                  <a:pt x="45719" y="2193425"/>
                </a:lnTo>
                <a:lnTo>
                  <a:pt x="0" y="2219821"/>
                </a:lnTo>
                <a:lnTo>
                  <a:pt x="0" y="0"/>
                </a:lnTo>
                <a:close/>
              </a:path>
            </a:pathLst>
          </a:cu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7" name="任意多边形 34"/>
          <p:cNvSpPr>
            <a:spLocks noChangeArrowheads="1"/>
          </p:cNvSpPr>
          <p:nvPr/>
        </p:nvSpPr>
        <p:spPr bwMode="auto">
          <a:xfrm rot="1800000">
            <a:off x="1930400" y="6380163"/>
            <a:ext cx="238125" cy="582612"/>
          </a:xfrm>
          <a:custGeom>
            <a:avLst/>
            <a:gdLst>
              <a:gd name="T0" fmla="*/ 0 w 239049"/>
              <a:gd name="T1" fmla="*/ 0 h 581981"/>
              <a:gd name="T2" fmla="*/ 236288 w 239049"/>
              <a:gd name="T3" fmla="*/ 0 h 581981"/>
              <a:gd name="T4" fmla="*/ 236288 w 239049"/>
              <a:gd name="T5" fmla="*/ 445410 h 581981"/>
              <a:gd name="T6" fmla="*/ 0 w 239049"/>
              <a:gd name="T7" fmla="*/ 583876 h 581981"/>
              <a:gd name="T8" fmla="*/ 0 60000 65536"/>
              <a:gd name="T9" fmla="*/ 0 60000 65536"/>
              <a:gd name="T10" fmla="*/ 0 60000 65536"/>
              <a:gd name="T11" fmla="*/ 0 60000 65536"/>
              <a:gd name="T12" fmla="*/ 0 w 239049"/>
              <a:gd name="T13" fmla="*/ 0 h 581981"/>
              <a:gd name="T14" fmla="*/ 239049 w 239049"/>
              <a:gd name="T15" fmla="*/ 581981 h 581981"/>
            </a:gdLst>
            <a:ahLst/>
            <a:cxnLst>
              <a:cxn ang="T8">
                <a:pos x="T0" y="T1"/>
              </a:cxn>
              <a:cxn ang="T9">
                <a:pos x="T2" y="T3"/>
              </a:cxn>
              <a:cxn ang="T10">
                <a:pos x="T4" y="T5"/>
              </a:cxn>
              <a:cxn ang="T11">
                <a:pos x="T6" y="T7"/>
              </a:cxn>
            </a:cxnLst>
            <a:rect l="T12" t="T13" r="T14" b="T15"/>
            <a:pathLst>
              <a:path w="239049" h="581981">
                <a:moveTo>
                  <a:pt x="0" y="0"/>
                </a:moveTo>
                <a:lnTo>
                  <a:pt x="239049" y="0"/>
                </a:lnTo>
                <a:lnTo>
                  <a:pt x="239049" y="443965"/>
                </a:lnTo>
                <a:lnTo>
                  <a:pt x="0" y="581981"/>
                </a:lnTo>
                <a:lnTo>
                  <a:pt x="0" y="0"/>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8" name="矩形 14"/>
          <p:cNvSpPr>
            <a:spLocks noChangeArrowheads="1"/>
          </p:cNvSpPr>
          <p:nvPr/>
        </p:nvSpPr>
        <p:spPr bwMode="auto">
          <a:xfrm rot="1800000">
            <a:off x="11090275" y="2316163"/>
            <a:ext cx="44450" cy="3463925"/>
          </a:xfrm>
          <a:prstGeom prst="rect">
            <a:avLst/>
          </a:pr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9" name="任意多边形 36"/>
          <p:cNvSpPr>
            <a:spLocks noChangeArrowheads="1"/>
          </p:cNvSpPr>
          <p:nvPr/>
        </p:nvSpPr>
        <p:spPr bwMode="auto">
          <a:xfrm rot="1800000">
            <a:off x="11558588" y="2481263"/>
            <a:ext cx="239712" cy="2520950"/>
          </a:xfrm>
          <a:custGeom>
            <a:avLst/>
            <a:gdLst>
              <a:gd name="T0" fmla="*/ 0 w 239049"/>
              <a:gd name="T1" fmla="*/ 0 h 2521176"/>
              <a:gd name="T2" fmla="*/ 241044 w 239049"/>
              <a:gd name="T3" fmla="*/ 413935 h 2521176"/>
              <a:gd name="T4" fmla="*/ 241044 w 239049"/>
              <a:gd name="T5" fmla="*/ 2520498 h 2521176"/>
              <a:gd name="T6" fmla="*/ 0 w 239049"/>
              <a:gd name="T7" fmla="*/ 2520498 h 2521176"/>
              <a:gd name="T8" fmla="*/ 0 60000 65536"/>
              <a:gd name="T9" fmla="*/ 0 60000 65536"/>
              <a:gd name="T10" fmla="*/ 0 60000 65536"/>
              <a:gd name="T11" fmla="*/ 0 60000 65536"/>
              <a:gd name="T12" fmla="*/ 0 w 239049"/>
              <a:gd name="T13" fmla="*/ 0 h 2521176"/>
              <a:gd name="T14" fmla="*/ 239049 w 239049"/>
              <a:gd name="T15" fmla="*/ 2521176 h 2521176"/>
            </a:gdLst>
            <a:ahLst/>
            <a:cxnLst>
              <a:cxn ang="T8">
                <a:pos x="T0" y="T1"/>
              </a:cxn>
              <a:cxn ang="T9">
                <a:pos x="T2" y="T3"/>
              </a:cxn>
              <a:cxn ang="T10">
                <a:pos x="T4" y="T5"/>
              </a:cxn>
              <a:cxn ang="T11">
                <a:pos x="T6" y="T7"/>
              </a:cxn>
            </a:cxnLst>
            <a:rect l="T12" t="T13" r="T14" b="T15"/>
            <a:pathLst>
              <a:path w="239049" h="2521176">
                <a:moveTo>
                  <a:pt x="0" y="0"/>
                </a:moveTo>
                <a:lnTo>
                  <a:pt x="239049" y="414046"/>
                </a:lnTo>
                <a:lnTo>
                  <a:pt x="239049" y="2521176"/>
                </a:lnTo>
                <a:lnTo>
                  <a:pt x="0" y="2521176"/>
                </a:lnTo>
                <a:lnTo>
                  <a:pt x="0" y="0"/>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70" name="文本框 22"/>
          <p:cNvSpPr>
            <a:spLocks noChangeArrowheads="1"/>
          </p:cNvSpPr>
          <p:nvPr/>
        </p:nvSpPr>
        <p:spPr bwMode="auto">
          <a:xfrm>
            <a:off x="3883025" y="1602105"/>
            <a:ext cx="449008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32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rPr>
              <a:t>From GitHub to WeChat</a:t>
            </a:r>
            <a:endParaRPr lang="en-US" altLang="zh-CN" sz="32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5371" name="文本框 23"/>
          <p:cNvSpPr>
            <a:spLocks noChangeArrowheads="1"/>
          </p:cNvSpPr>
          <p:nvPr/>
        </p:nvSpPr>
        <p:spPr bwMode="auto">
          <a:xfrm>
            <a:off x="1600518" y="2533650"/>
            <a:ext cx="9053830" cy="1198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7200" b="1" dirty="0" smtClean="0">
                <a:solidFill>
                  <a:schemeClr val="bg1"/>
                </a:solidFill>
                <a:latin typeface="Impact" panose="020B0806030902050204" pitchFamily="34" charset="0"/>
                <a:sym typeface="Impact" panose="020B0806030902050204" pitchFamily="34" charset="0"/>
              </a:rPr>
              <a:t>Be a Website Developer</a:t>
            </a:r>
            <a:endParaRPr lang="en-US" altLang="zh-CN" sz="7200" b="1" dirty="0" smtClean="0">
              <a:solidFill>
                <a:schemeClr val="bg1"/>
              </a:solidFill>
              <a:latin typeface="Impact" panose="020B0806030902050204" pitchFamily="34" charset="0"/>
              <a:sym typeface="Impact" panose="020B0806030902050204" pitchFamily="34" charset="0"/>
            </a:endParaRPr>
          </a:p>
        </p:txBody>
      </p:sp>
      <p:sp>
        <p:nvSpPr>
          <p:cNvPr id="15372" name="直接连接符 11"/>
          <p:cNvSpPr>
            <a:spLocks noChangeShapeType="1"/>
          </p:cNvSpPr>
          <p:nvPr/>
        </p:nvSpPr>
        <p:spPr bwMode="auto">
          <a:xfrm>
            <a:off x="4689475" y="2333625"/>
            <a:ext cx="2824163" cy="0"/>
          </a:xfrm>
          <a:prstGeom prst="line">
            <a:avLst/>
          </a:prstGeom>
          <a:noFill/>
          <a:ln w="19050">
            <a:solidFill>
              <a:schemeClr val="accent1"/>
            </a:solidFill>
            <a:bevel/>
          </a:ln>
          <a:extLst>
            <a:ext uri="{909E8E84-426E-40DD-AFC4-6F175D3DCCD1}">
              <a14:hiddenFill xmlns:a14="http://schemas.microsoft.com/office/drawing/2010/main">
                <a:noFill/>
              </a14:hiddenFill>
            </a:ext>
          </a:extLst>
        </p:spPr>
        <p:txBody>
          <a:bodyPr/>
          <a:lstStyle/>
          <a:p>
            <a:endParaRPr lang="zh-CN" altLang="en-US"/>
          </a:p>
        </p:txBody>
      </p:sp>
      <p:sp>
        <p:nvSpPr>
          <p:cNvPr id="15373" name="直接连接符 37"/>
          <p:cNvSpPr>
            <a:spLocks noChangeShapeType="1"/>
          </p:cNvSpPr>
          <p:nvPr/>
        </p:nvSpPr>
        <p:spPr bwMode="auto">
          <a:xfrm>
            <a:off x="5341938" y="3932238"/>
            <a:ext cx="1476375" cy="1587"/>
          </a:xfrm>
          <a:prstGeom prst="line">
            <a:avLst/>
          </a:prstGeom>
          <a:noFill/>
          <a:ln w="19050">
            <a:solidFill>
              <a:schemeClr val="accent1"/>
            </a:solidFill>
            <a:bevel/>
          </a:ln>
          <a:extLst>
            <a:ext uri="{909E8E84-426E-40DD-AFC4-6F175D3DCCD1}">
              <a14:hiddenFill xmlns:a14="http://schemas.microsoft.com/office/drawing/2010/main">
                <a:noFill/>
              </a14:hiddenFill>
            </a:ext>
          </a:extLst>
        </p:spPr>
        <p:txBody>
          <a:bodyPr/>
          <a:lstStyle/>
          <a:p>
            <a:endParaRPr lang="zh-CN" altLang="en-US"/>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5" name="文本框 4"/>
          <p:cNvSpPr txBox="1"/>
          <p:nvPr/>
        </p:nvSpPr>
        <p:spPr>
          <a:xfrm>
            <a:off x="3825875" y="5887720"/>
            <a:ext cx="4064000" cy="368300"/>
          </a:xfrm>
          <a:prstGeom prst="rect">
            <a:avLst/>
          </a:prstGeom>
          <a:noFill/>
        </p:spPr>
        <p:txBody>
          <a:bodyPr wrap="square" rtlCol="0">
            <a:spAutoFit/>
          </a:bodyPr>
          <a:p>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619750" y="251460"/>
            <a:ext cx="10807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sym typeface="方正姚体" panose="02010601030101010101" pitchFamily="2" charset="-122"/>
              </a:rPr>
              <a:t>Preface</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541780" y="1012825"/>
            <a:ext cx="9236075"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We are going to introduce some key points of website building below</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2155825" y="1632585"/>
            <a:ext cx="8008620"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If you are very interested in building websites, don't miss it.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1939925" y="2252345"/>
            <a:ext cx="8441055"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What should you do if you don't know how to write the code for a website? In fact, we can use OpenClaw to complete the website building process without you needing to do anything. </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2386330" y="3610610"/>
            <a:ext cx="7548245" cy="156845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sym typeface="+mn-ea"/>
              </a:rPr>
              <a:t>However, AI web automation tools are not perfect; they have many problems and are not as fast as humans. However, if we only look at coding, AI is better, so I sincerely recommend everyone to use CodeBuddy.</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12" name="图片 11"/>
          <p:cNvPicPr/>
          <p:nvPr/>
        </p:nvPicPr>
        <p:blipFill>
          <a:blip r:embed="rId2"/>
        </p:blipFill>
        <p:spPr>
          <a:xfrm>
            <a:off x="4298950" y="746760"/>
            <a:ext cx="3914775" cy="1504950"/>
          </a:xfrm>
          <a:prstGeom prst="rect">
            <a:avLst/>
          </a:prstGeom>
        </p:spPr>
      </p:pic>
      <p:pic>
        <p:nvPicPr>
          <p:cNvPr id="13" name="图片 12"/>
          <p:cNvPicPr/>
          <p:nvPr/>
        </p:nvPicPr>
        <p:blipFill>
          <a:blip r:embed="rId3"/>
        </p:blipFill>
        <p:spPr>
          <a:xfrm>
            <a:off x="4298315" y="2571115"/>
            <a:ext cx="3915410" cy="1517650"/>
          </a:xfrm>
          <a:prstGeom prst="rect">
            <a:avLst/>
          </a:prstGeom>
        </p:spPr>
      </p:pic>
      <p:pic>
        <p:nvPicPr>
          <p:cNvPr id="14" name="图片 13"/>
          <p:cNvPicPr/>
          <p:nvPr/>
        </p:nvPicPr>
        <p:blipFill>
          <a:blip r:embed="rId4"/>
        </p:blipFill>
        <p:spPr>
          <a:xfrm>
            <a:off x="4298950" y="4408170"/>
            <a:ext cx="3914775" cy="1492885"/>
          </a:xfrm>
          <a:prstGeom prst="rect">
            <a:avLst/>
          </a:prstGeom>
        </p:spPr>
      </p:pic>
      <p:pic>
        <p:nvPicPr>
          <p:cNvPr id="15" name="图片 14"/>
          <p:cNvPicPr>
            <a:picLocks noChangeAspect="1"/>
          </p:cNvPicPr>
          <p:nvPr/>
        </p:nvPicPr>
        <p:blipFill>
          <a:blip r:embed="rId5"/>
          <a:stretch>
            <a:fillRect/>
          </a:stretch>
        </p:blipFill>
        <p:spPr>
          <a:xfrm>
            <a:off x="490855" y="2715895"/>
            <a:ext cx="1258570" cy="1228090"/>
          </a:xfrm>
          <a:prstGeom prst="rect">
            <a:avLst/>
          </a:prstGeom>
        </p:spPr>
      </p:pic>
      <p:pic>
        <p:nvPicPr>
          <p:cNvPr id="17" name="CodeBuddy">
            <a:hlinkClick r:id="" action="ppaction://media"/>
          </p:cNvPr>
          <p:cNvPicPr/>
          <p:nvPr>
            <a:videoFile r:link="rId6"/>
            <p:extLst>
              <p:ext uri="{DAA4B4D4-6D71-4841-9C94-3DE7FCFB9230}">
                <p14:media xmlns:p14="http://schemas.microsoft.com/office/powerpoint/2010/main" r:embed="rId7"/>
              </p:ext>
            </p:extLst>
            <p:custDataLst>
              <p:tags r:id="rId8"/>
            </p:custDataLst>
          </p:nvPr>
        </p:nvPicPr>
        <p:blipFill>
          <a:blip r:embed="rId9"/>
          <a:stretch>
            <a:fillRect/>
          </a:stretch>
        </p:blipFill>
        <p:spPr>
          <a:xfrm>
            <a:off x="9098915" y="4690745"/>
            <a:ext cx="2948305" cy="1383665"/>
          </a:xfrm>
          <a:prstGeom prst="rect">
            <a:avLst/>
          </a:prstGeom>
        </p:spPr>
      </p:pic>
      <p:pic>
        <p:nvPicPr>
          <p:cNvPr id="18" name="图片 17" descr="CodeBuddy"/>
          <p:cNvPicPr>
            <a:picLocks noChangeAspect="1"/>
          </p:cNvPicPr>
          <p:nvPr/>
        </p:nvPicPr>
        <p:blipFill>
          <a:blip r:embed="rId10"/>
          <a:stretch>
            <a:fillRect/>
          </a:stretch>
        </p:blipFill>
        <p:spPr>
          <a:xfrm>
            <a:off x="10076815" y="2700655"/>
            <a:ext cx="1941830" cy="74803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mediacall" presetSubtype="0" fill="hold" nodeType="withEffect">
                                  <p:stCondLst>
                                    <p:cond delay="0"/>
                                  </p:stCondLst>
                                  <p:childTnLst>
                                    <p:cmd type="call" cmd="playFrom(0.0)">
                                      <p:cBhvr additive="base">
                                        <p:cTn id="20" dur="14464" fill="hold"/>
                                        <p:tgtEl>
                                          <p:spTgt spid="17"/>
                                        </p:tgtEl>
                                      </p:cBhvr>
                                    </p:cmd>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fullScrn="0">
              <p:cMediaNode showWhenStopped="0">
                <p:cTn id="37" repeatCount="indefinite" fill="remove" display="1">
                  <p:stCondLst>
                    <p:cond delay="indefinite"/>
                  </p:stCondLst>
                </p:cTn>
                <p:tgtEl>
                  <p:spTgt spid="17"/>
                </p:tgtEl>
              </p:cMediaNode>
            </p:video>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withEffect">
                                  <p:stCondLst>
                                    <p:cond delay="0"/>
                                  </p:stCondLst>
                                  <p:childTnLst>
                                    <p:cmd type="call" cmd="togglePause">
                                      <p:cBhvr additive="base">
                                        <p:cTn id="42" dur="1" fill="hold"/>
                                        <p:tgtEl>
                                          <p:spTgt spid="17"/>
                                        </p:tgtEl>
                                      </p:cBhvr>
                                    </p:cmd>
                                  </p:childTnLst>
                                </p:cTn>
                              </p:par>
                            </p:childTnLst>
                          </p:cTn>
                        </p:par>
                      </p:childTnLst>
                    </p:cTn>
                  </p:par>
                </p:childTnLst>
              </p:cTn>
              <p:nextCondLst>
                <p:cond evt="onClick" delay="0">
                  <p:tgtEl>
                    <p:spTgt spid="17"/>
                  </p:tgtEl>
                </p:cond>
              </p:nextCondLst>
            </p:seq>
          </p:childTnLst>
        </p:cTn>
      </p:par>
    </p:tnLst>
    <p:bldLst>
      <p:bldP spid="2" grpId="0"/>
      <p:bldP spid="2" grpId="1"/>
      <p:bldP spid="4" grpId="0"/>
      <p:bldP spid="4" grpId="1"/>
      <p:bldP spid="6" grpId="0"/>
      <p:bldP spid="6" grpId="1"/>
      <p:bldP spid="7" grpId="0"/>
      <p:bldP spid="7" grpId="1"/>
    </p:bldLst>
  </p:timing>
</p:sld>
</file>

<file path=ppt/slides/slide4.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6386" name="等腰三角形 1"/>
          <p:cNvSpPr>
            <a:spLocks noChangeArrowheads="1"/>
          </p:cNvSpPr>
          <p:nvPr/>
        </p:nvSpPr>
        <p:spPr bwMode="auto">
          <a:xfrm flipV="1">
            <a:off x="3884613" y="17463"/>
            <a:ext cx="4418012"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7" name="等腰三角形 2"/>
          <p:cNvSpPr>
            <a:spLocks noChangeArrowheads="1"/>
          </p:cNvSpPr>
          <p:nvPr/>
        </p:nvSpPr>
        <p:spPr bwMode="auto">
          <a:xfrm flipV="1">
            <a:off x="2878138" y="1736725"/>
            <a:ext cx="4418012"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8" name="等腰三角形 3"/>
          <p:cNvSpPr>
            <a:spLocks noChangeArrowheads="1"/>
          </p:cNvSpPr>
          <p:nvPr/>
        </p:nvSpPr>
        <p:spPr bwMode="auto">
          <a:xfrm flipV="1">
            <a:off x="4891088" y="1736725"/>
            <a:ext cx="4419600"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9" name="文本框 5"/>
          <p:cNvSpPr>
            <a:spLocks noChangeArrowheads="1"/>
          </p:cNvSpPr>
          <p:nvPr/>
        </p:nvSpPr>
        <p:spPr bwMode="auto">
          <a:xfrm>
            <a:off x="4262438" y="2474913"/>
            <a:ext cx="3256280" cy="10147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60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rPr>
              <a:t>CONTENTS</a:t>
            </a:r>
            <a:endParaRPr lang="zh-CN" altLang="en-US" sz="60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0" name="文本框 8"/>
          <p:cNvSpPr>
            <a:spLocks noChangeArrowheads="1"/>
          </p:cNvSpPr>
          <p:nvPr/>
        </p:nvSpPr>
        <p:spPr bwMode="auto">
          <a:xfrm>
            <a:off x="1898650" y="4076700"/>
            <a:ext cx="11049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GitHub</a:t>
            </a:r>
            <a:endPar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1" name="文本框 9"/>
          <p:cNvSpPr>
            <a:spLocks noChangeArrowheads="1"/>
          </p:cNvSpPr>
          <p:nvPr/>
        </p:nvSpPr>
        <p:spPr bwMode="auto">
          <a:xfrm>
            <a:off x="9617393" y="4051300"/>
            <a:ext cx="64389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APP</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2" name="文本框 10"/>
          <p:cNvSpPr>
            <a:spLocks noChangeArrowheads="1"/>
          </p:cNvSpPr>
          <p:nvPr/>
        </p:nvSpPr>
        <p:spPr bwMode="auto">
          <a:xfrm>
            <a:off x="1898333" y="5270500"/>
            <a:ext cx="11049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3" name="文本框 11"/>
          <p:cNvSpPr>
            <a:spLocks noChangeArrowheads="1"/>
          </p:cNvSpPr>
          <p:nvPr/>
        </p:nvSpPr>
        <p:spPr bwMode="auto">
          <a:xfrm>
            <a:off x="8618855" y="5270500"/>
            <a:ext cx="26416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741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1" name="文本框 19"/>
          <p:cNvSpPr>
            <a:spLocks noChangeArrowheads="1"/>
          </p:cNvSpPr>
          <p:nvPr/>
        </p:nvSpPr>
        <p:spPr bwMode="auto">
          <a:xfrm>
            <a:off x="7503160" y="3136583"/>
            <a:ext cx="141351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GitHub</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1741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1741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7" name="文本框 29"/>
          <p:cNvSpPr>
            <a:spLocks noChangeArrowheads="1"/>
          </p:cNvSpPr>
          <p:nvPr/>
        </p:nvSpPr>
        <p:spPr bwMode="auto">
          <a:xfrm>
            <a:off x="2463800" y="428625"/>
            <a:ext cx="1539875"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01</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619750" y="251460"/>
            <a:ext cx="9525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sym typeface="方正姚体" panose="02010601030101010101" pitchFamily="2" charset="-122"/>
              </a:rPr>
              <a:t>GitHub</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If I want you to build a student chat platform for Nanjing Foreign Language School Huai'an Campus, what would be your first choice?</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4580890" y="1932305"/>
            <a:ext cx="2997835"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I</a:t>
            </a:r>
            <a:r>
              <a:rPr lang="zh-CN" altLang="en-US" sz="2400" b="1">
                <a:solidFill>
                  <a:schemeClr val="bg1"/>
                </a:solidFill>
                <a:latin typeface="方正小标宋简体" panose="03000509000000000000" charset="-122"/>
                <a:ea typeface="方正小标宋简体" panose="03000509000000000000" charset="-122"/>
              </a:rPr>
              <a:t> will choose GitHub.</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5619750" y="2482215"/>
            <a:ext cx="98933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Why?</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55820" y="303212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2"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720465" y="3582035"/>
            <a:ext cx="4788535" cy="82994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So, I have successfully built this chat platform — </a:t>
            </a:r>
            <a:r>
              <a:rPr lang="en-US" altLang="zh-CN" sz="2400" b="1">
                <a:solidFill>
                  <a:schemeClr val="bg1"/>
                </a:solidFill>
                <a:latin typeface="方正小标宋简体" panose="03000509000000000000" charset="-122"/>
                <a:ea typeface="方正小标宋简体" panose="03000509000000000000" charset="-122"/>
                <a:hlinkClick r:id="rId3"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9" name="文本框 8"/>
          <p:cNvSpPr txBox="1"/>
          <p:nvPr/>
        </p:nvSpPr>
        <p:spPr>
          <a:xfrm>
            <a:off x="3497580" y="4501515"/>
            <a:ext cx="516382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Now, let's take a look at </a:t>
            </a:r>
            <a:r>
              <a:rPr lang="en-US" altLang="zh-CN" sz="2400" b="1">
                <a:solidFill>
                  <a:schemeClr val="bg1"/>
                </a:solidFill>
                <a:latin typeface="方正小标宋简体" panose="03000509000000000000" charset="-122"/>
                <a:ea typeface="方正小标宋简体" panose="03000509000000000000" charset="-122"/>
                <a:hlinkClick r:id="rId4"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how it works</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5" name="图片 4" descr="LOGO"/>
          <p:cNvPicPr>
            <a:picLocks noChangeAspect="1"/>
          </p:cNvPicPr>
          <p:nvPr/>
        </p:nvPicPr>
        <p:blipFill>
          <a:blip r:embed="rId5"/>
          <a:stretch>
            <a:fillRect/>
          </a:stretch>
        </p:blipFill>
        <p:spPr>
          <a:xfrm>
            <a:off x="221615" y="2023745"/>
            <a:ext cx="3396615" cy="2296795"/>
          </a:xfrm>
          <a:prstGeom prst="rect">
            <a:avLst/>
          </a:prstGeom>
        </p:spPr>
      </p:pic>
      <p:pic>
        <p:nvPicPr>
          <p:cNvPr id="11" name="图片 10"/>
          <p:cNvPicPr/>
          <p:nvPr/>
        </p:nvPicPr>
        <p:blipFill>
          <a:blip r:embed="rId6"/>
        </p:blipFill>
        <p:spPr>
          <a:xfrm>
            <a:off x="9056370" y="2179320"/>
            <a:ext cx="2346325" cy="2219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P spid="9" grpId="0"/>
      <p:bldP spid="9" grpId="1"/>
    </p:bldLst>
  </p:timing>
</p:sld>
</file>

<file path=ppt/slides/slide7.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2253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1" name="文本框 19"/>
          <p:cNvSpPr>
            <a:spLocks noChangeArrowheads="1"/>
          </p:cNvSpPr>
          <p:nvPr/>
        </p:nvSpPr>
        <p:spPr bwMode="auto">
          <a:xfrm>
            <a:off x="7811135" y="3136583"/>
            <a:ext cx="79819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APP</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2253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2253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7" name="文本框 29"/>
          <p:cNvSpPr>
            <a:spLocks noChangeArrowheads="1"/>
          </p:cNvSpPr>
          <p:nvPr/>
        </p:nvSpPr>
        <p:spPr bwMode="auto">
          <a:xfrm>
            <a:off x="2463800" y="428625"/>
            <a:ext cx="1717675"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02</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830570" y="260350"/>
            <a:ext cx="56769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sym typeface="方正姚体" panose="02010601030101010101" pitchFamily="2" charset="-122"/>
              </a:rPr>
              <a:t>APP</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1198880"/>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But that's not enough. The programmer Lucas gave me a suggestion: WeChat is popular because it is very convenient, an app that you can use as soon as you open it.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4060825" y="2290445"/>
            <a:ext cx="4038600"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So I made the </a:t>
            </a:r>
            <a:r>
              <a:rPr lang="zh-CN" altLang="en-US" sz="2400" b="1">
                <a:solidFill>
                  <a:schemeClr val="bg1"/>
                </a:solidFill>
                <a:latin typeface="方正小标宋简体" panose="03000509000000000000" charset="-122"/>
                <a:ea typeface="方正小标宋简体" panose="03000509000000000000" charset="-122"/>
                <a:hlinkClick r:id="rId2">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 APP version</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10" name="图片 9" descr="NFLSHC Chat Android"/>
          <p:cNvPicPr>
            <a:picLocks noChangeAspect="1"/>
          </p:cNvPicPr>
          <p:nvPr/>
        </p:nvPicPr>
        <p:blipFill>
          <a:blip r:embed="rId3"/>
          <a:stretch>
            <a:fillRect/>
          </a:stretch>
        </p:blipFill>
        <p:spPr>
          <a:xfrm>
            <a:off x="8192770" y="2002155"/>
            <a:ext cx="3810000" cy="3810000"/>
          </a:xfrm>
          <a:prstGeom prst="rect">
            <a:avLst/>
          </a:prstGeom>
        </p:spPr>
      </p:pic>
      <p:sp>
        <p:nvSpPr>
          <p:cNvPr id="11" name="文本框 10"/>
          <p:cNvSpPr txBox="1"/>
          <p:nvPr/>
        </p:nvSpPr>
        <p:spPr>
          <a:xfrm>
            <a:off x="4251325" y="3199130"/>
            <a:ext cx="3689350" cy="1198880"/>
          </a:xfrm>
          <a:prstGeom prst="rect">
            <a:avLst/>
          </a:prstGeom>
          <a:noFill/>
        </p:spPr>
        <p:txBody>
          <a:bodyPr wrap="square" rtlCol="0">
            <a:spAutoFit/>
          </a:bodyPr>
          <a:p>
            <a:r>
              <a:rPr sz="2400" b="1">
                <a:solidFill>
                  <a:schemeClr val="bg1"/>
                </a:solidFill>
                <a:latin typeface="方正小标宋简体" panose="03000509000000000000" charset="-122"/>
                <a:ea typeface="方正小标宋简体" panose="03000509000000000000" charset="-122"/>
              </a:rPr>
              <a:t>So far, it only supports the Android system</a:t>
            </a:r>
            <a:r>
              <a:rPr lang="en-US" sz="2400" b="1">
                <a:solidFill>
                  <a:schemeClr val="bg1"/>
                </a:solidFill>
                <a:latin typeface="方正小标宋简体" panose="03000509000000000000" charset="-122"/>
                <a:ea typeface="方正小标宋简体" panose="03000509000000000000" charset="-122"/>
              </a:rPr>
              <a:t> and Windows system</a:t>
            </a:r>
            <a:r>
              <a:rPr sz="2400" b="1">
                <a:solidFill>
                  <a:schemeClr val="bg1"/>
                </a:solidFill>
                <a:latin typeface="方正小标宋简体" panose="03000509000000000000" charset="-122"/>
                <a:ea typeface="方正小标宋简体" panose="03000509000000000000" charset="-122"/>
              </a:rPr>
              <a:t>.</a:t>
            </a:r>
            <a:endParaRPr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163695" y="4476750"/>
            <a:ext cx="3670300"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4" tooltip=""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 about </a:t>
            </a:r>
            <a:r>
              <a:rPr sz="2400" b="1">
                <a:solidFill>
                  <a:schemeClr val="bg1"/>
                </a:solidFill>
                <a:latin typeface="方正小标宋简体" panose="03000509000000000000" charset="-122"/>
                <a:ea typeface="方正小标宋简体" panose="03000509000000000000" charset="-122"/>
                <a:sym typeface="+mn-ea"/>
                <a:hlinkClick r:id="rId4" tooltip=""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 Windows Desktop</a:t>
            </a:r>
            <a:r>
              <a:rPr lang="en-US" sz="2400" b="1">
                <a:solidFill>
                  <a:schemeClr val="bg1"/>
                </a:solidFill>
                <a:latin typeface="方正小标宋简体" panose="03000509000000000000" charset="-122"/>
                <a:ea typeface="方正小标宋简体" panose="03000509000000000000" charset="-122"/>
                <a:sym typeface="+mn-ea"/>
              </a:rPr>
              <a:t>.</a:t>
            </a:r>
            <a:endParaRPr lang="en-US" sz="2400" b="1">
              <a:solidFill>
                <a:schemeClr val="bg1"/>
              </a:solidFill>
              <a:latin typeface="方正小标宋简体" panose="03000509000000000000" charset="-122"/>
              <a:ea typeface="方正小标宋简体" panose="03000509000000000000" charset="-122"/>
              <a:sym typeface="+mn-ea"/>
            </a:endParaRPr>
          </a:p>
        </p:txBody>
      </p:sp>
      <p:pic>
        <p:nvPicPr>
          <p:cNvPr id="6" name="图片 5" descr="NFLSHC Chat Windows Desktop NSIS Installer Version"/>
          <p:cNvPicPr>
            <a:picLocks noChangeAspect="1"/>
          </p:cNvPicPr>
          <p:nvPr/>
        </p:nvPicPr>
        <p:blipFill>
          <a:blip r:embed="rId5"/>
          <a:stretch>
            <a:fillRect/>
          </a:stretch>
        </p:blipFill>
        <p:spPr>
          <a:xfrm>
            <a:off x="160020" y="2772410"/>
            <a:ext cx="1856105" cy="2313305"/>
          </a:xfrm>
          <a:prstGeom prst="rect">
            <a:avLst/>
          </a:prstGeom>
        </p:spPr>
      </p:pic>
      <p:pic>
        <p:nvPicPr>
          <p:cNvPr id="8" name="图片 7" descr="NFLSHC Chat Windows Desktop Portable Edition"/>
          <p:cNvPicPr>
            <a:picLocks noChangeAspect="1"/>
          </p:cNvPicPr>
          <p:nvPr/>
        </p:nvPicPr>
        <p:blipFill>
          <a:blip r:embed="rId6"/>
          <a:stretch>
            <a:fillRect/>
          </a:stretch>
        </p:blipFill>
        <p:spPr>
          <a:xfrm>
            <a:off x="2136775" y="2772410"/>
            <a:ext cx="1906270" cy="23336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11" grpId="0"/>
      <p:bldP spid="11" grpId="1"/>
      <p:bldP spid="7" grpId="0"/>
      <p:bldP spid="7" grpId="1"/>
    </p:bldLst>
  </p:timing>
</p:sld>
</file>

<file path=ppt/slides/slide9.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2765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1" name="文本框 19"/>
          <p:cNvSpPr>
            <a:spLocks noChangeArrowheads="1"/>
          </p:cNvSpPr>
          <p:nvPr/>
        </p:nvSpPr>
        <p:spPr bwMode="auto">
          <a:xfrm>
            <a:off x="7694930" y="3137218"/>
            <a:ext cx="141351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2765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2765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7" name="文本框 29"/>
          <p:cNvSpPr>
            <a:spLocks noChangeArrowheads="1"/>
          </p:cNvSpPr>
          <p:nvPr/>
        </p:nvSpPr>
        <p:spPr bwMode="auto">
          <a:xfrm>
            <a:off x="2463800" y="428625"/>
            <a:ext cx="1758950"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03</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619750" y="251460"/>
            <a:ext cx="9525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However, GitHub Pages uses foreign servers, which results in slower loading within the country. Are there any other solutions?</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3209925" y="1932305"/>
            <a:ext cx="5810250"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Yes, for example, WeChat Mini Programs.</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3718560" y="2482215"/>
            <a:ext cx="479044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What is a WeChat Mini Program?</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54550" y="303212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2"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445510" y="3582035"/>
            <a:ext cx="5160010"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In the end, I finished the </a:t>
            </a:r>
            <a:r>
              <a:rPr lang="en-US" altLang="zh-CN" sz="2400" b="1">
                <a:solidFill>
                  <a:schemeClr val="bg1"/>
                </a:solidFill>
                <a:latin typeface="方正小标宋简体" panose="03000509000000000000" charset="-122"/>
                <a:ea typeface="方正小标宋简体" panose="03000509000000000000" charset="-122"/>
                <a:hlinkClick r:id="rId3"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 WeChat mini program</a:t>
            </a:r>
            <a:r>
              <a:rPr lang="en-US" altLang="zh-CN" sz="2400" b="1">
                <a:solidFill>
                  <a:schemeClr val="bg1"/>
                </a:solidFill>
                <a:latin typeface="方正小标宋简体" panose="03000509000000000000" charset="-122"/>
                <a:ea typeface="方正小标宋简体" panose="03000509000000000000" charset="-122"/>
              </a:rPr>
              <a:t> for real-time communication.</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9" name="文本框 8"/>
          <p:cNvSpPr txBox="1"/>
          <p:nvPr/>
        </p:nvSpPr>
        <p:spPr>
          <a:xfrm>
            <a:off x="3056255" y="4870450"/>
            <a:ext cx="6045835"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You can follow our official account and then send your WeChat ID, so we can give you access to try out our WeChat mini program.</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5" name="图片 4" descr="NFLSHC Chat 微信小程序"/>
          <p:cNvPicPr>
            <a:picLocks noChangeAspect="1"/>
          </p:cNvPicPr>
          <p:nvPr/>
        </p:nvPicPr>
        <p:blipFill>
          <a:blip r:embed="rId4"/>
          <a:stretch>
            <a:fillRect/>
          </a:stretch>
        </p:blipFill>
        <p:spPr>
          <a:xfrm>
            <a:off x="133350" y="2205355"/>
            <a:ext cx="2922905" cy="3286760"/>
          </a:xfrm>
          <a:prstGeom prst="rect">
            <a:avLst/>
          </a:prstGeom>
        </p:spPr>
      </p:pic>
      <p:pic>
        <p:nvPicPr>
          <p:cNvPr id="12" name="图片 11"/>
          <p:cNvPicPr>
            <a:picLocks noChangeAspect="1"/>
          </p:cNvPicPr>
          <p:nvPr/>
        </p:nvPicPr>
        <p:blipFill>
          <a:blip r:embed="rId5"/>
          <a:stretch>
            <a:fillRect/>
          </a:stretch>
        </p:blipFill>
        <p:spPr>
          <a:xfrm>
            <a:off x="9171305" y="2482215"/>
            <a:ext cx="2745740" cy="267398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P spid="9" grpId="0"/>
      <p:bldP spid="9" grpId="1"/>
    </p:bldLst>
  </p:timing>
</p:sld>
</file>

<file path=ppt/slides/slide11.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3277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1" name="文本框 19"/>
          <p:cNvSpPr>
            <a:spLocks noChangeArrowheads="1"/>
          </p:cNvSpPr>
          <p:nvPr/>
        </p:nvSpPr>
        <p:spPr bwMode="auto">
          <a:xfrm>
            <a:off x="6477635" y="3219768"/>
            <a:ext cx="346456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3277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3277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7" name="文本框 29"/>
          <p:cNvSpPr>
            <a:spLocks noChangeArrowheads="1"/>
          </p:cNvSpPr>
          <p:nvPr/>
        </p:nvSpPr>
        <p:spPr bwMode="auto">
          <a:xfrm>
            <a:off x="2463800" y="428625"/>
            <a:ext cx="1714500"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04</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4997450" y="251460"/>
            <a:ext cx="22352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But WeChat mini programs have a limit on the number of users who can try them. So, are there any other </a:t>
            </a:r>
            <a:r>
              <a:rPr lang="zh-CN" altLang="en-US" sz="2400" b="1">
                <a:solidFill>
                  <a:schemeClr val="bg1"/>
                </a:solidFill>
                <a:latin typeface="方正小标宋简体" panose="03000509000000000000" charset="-122"/>
                <a:ea typeface="方正小标宋简体" panose="03000509000000000000" charset="-122"/>
                <a:sym typeface="+mn-ea"/>
              </a:rPr>
              <a:t>solutions</a:t>
            </a:r>
            <a:r>
              <a:rPr lang="zh-CN" altLang="en-US" sz="2400" b="1">
                <a:solidFill>
                  <a:schemeClr val="bg1"/>
                </a:solidFill>
                <a:latin typeface="方正小标宋简体" panose="03000509000000000000" charset="-122"/>
                <a:ea typeface="方正小标宋简体" panose="03000509000000000000" charset="-122"/>
              </a:rPr>
              <a: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3379470" y="1932305"/>
            <a:ext cx="546925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Yes, we can use our own computer as </a:t>
            </a:r>
            <a:r>
              <a:rPr lang="zh-CN" altLang="en-US" sz="2400" b="1">
                <a:solidFill>
                  <a:schemeClr val="bg1"/>
                </a:solidFill>
                <a:latin typeface="方正小标宋简体" panose="03000509000000000000" charset="-122"/>
                <a:ea typeface="方正小标宋简体" panose="03000509000000000000" charset="-122"/>
                <a:hlinkClick r:id="rId2"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an information relay station</a:t>
            </a:r>
            <a:r>
              <a:rPr lang="zh-CN" altLang="en-US" sz="2400" b="1">
                <a:solidFill>
                  <a:schemeClr val="bg1"/>
                </a:solidFill>
                <a:latin typeface="方正小标宋简体" panose="03000509000000000000" charset="-122"/>
                <a:ea typeface="方正小标宋简体" panose="03000509000000000000" charset="-122"/>
              </a:rPr>
              <a: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5139690" y="2851785"/>
            <a:ext cx="195135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How to do it?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90745" y="340169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3"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219450" y="3966845"/>
            <a:ext cx="5791835" cy="193802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I have completed the development of the </a:t>
            </a:r>
            <a:r>
              <a:rPr lang="en-US" altLang="zh-CN" sz="2400" b="1">
                <a:solidFill>
                  <a:schemeClr val="bg1"/>
                </a:solidFill>
                <a:latin typeface="方正小标宋简体" panose="03000509000000000000" charset="-122"/>
                <a:ea typeface="方正小标宋简体" panose="03000509000000000000" charset="-122"/>
                <a:hlinkClick r:id="rId4"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remote control computer web version</a:t>
            </a:r>
            <a:r>
              <a:rPr lang="en-US" altLang="zh-CN" sz="2400" b="1">
                <a:solidFill>
                  <a:schemeClr val="bg1"/>
                </a:solidFill>
                <a:latin typeface="方正小标宋简体" panose="03000509000000000000" charset="-122"/>
                <a:ea typeface="方正小标宋简体" panose="03000509000000000000" charset="-122"/>
              </a:rPr>
              <a:t>, and everyone is welcome to try it out. This version of NFLSHC Chat is still being updated.</a:t>
            </a:r>
            <a:endParaRPr lang="en-US" altLang="zh-CN" sz="2400" b="1">
              <a:solidFill>
                <a:schemeClr val="bg1"/>
              </a:solidFill>
              <a:latin typeface="方正小标宋简体" panose="03000509000000000000" charset="-122"/>
              <a:ea typeface="方正小标宋简体" panose="03000509000000000000"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Lst>
  </p:timing>
</p:sld>
</file>

<file path=ppt/slides/slide13.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37890" name="组合 1"/>
          <p:cNvGrpSpPr/>
          <p:nvPr/>
        </p:nvGrpSpPr>
        <p:grpSpPr bwMode="auto">
          <a:xfrm>
            <a:off x="8674100" y="92075"/>
            <a:ext cx="3630613" cy="920750"/>
            <a:chOff x="0" y="0"/>
            <a:chExt cx="3965717" cy="921247"/>
          </a:xfrm>
        </p:grpSpPr>
        <p:sp>
          <p:nvSpPr>
            <p:cNvPr id="37930"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7931"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37891" name="文本框 4"/>
          <p:cNvSpPr>
            <a:spLocks noChangeArrowheads="1"/>
          </p:cNvSpPr>
          <p:nvPr/>
        </p:nvSpPr>
        <p:spPr bwMode="auto">
          <a:xfrm>
            <a:off x="4070350" y="247650"/>
            <a:ext cx="413321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dirty="0" smtClean="0">
                <a:solidFill>
                  <a:schemeClr val="bg1"/>
                </a:solidFill>
                <a:latin typeface="Impact" panose="020B0806030902050204" pitchFamily="34" charset="0"/>
                <a:sym typeface="Impact" panose="020B0806030902050204" pitchFamily="34" charset="0"/>
              </a:rPr>
              <a:t>Be a Website Developer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37892" name="组合 5"/>
          <p:cNvGrpSpPr/>
          <p:nvPr/>
        </p:nvGrpSpPr>
        <p:grpSpPr bwMode="auto">
          <a:xfrm flipH="1">
            <a:off x="-12700" y="92075"/>
            <a:ext cx="3630613" cy="920750"/>
            <a:chOff x="0" y="0"/>
            <a:chExt cx="3965717" cy="921247"/>
          </a:xfrm>
        </p:grpSpPr>
        <p:sp>
          <p:nvSpPr>
            <p:cNvPr id="37928"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7929"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639570" y="2321560"/>
            <a:ext cx="8912860" cy="2214880"/>
          </a:xfrm>
          <a:prstGeom prst="rect">
            <a:avLst/>
          </a:prstGeom>
          <a:noFill/>
        </p:spPr>
        <p:txBody>
          <a:bodyPr wrap="square" rtlCol="0">
            <a:spAutoFit/>
          </a:bodyPr>
          <a:p>
            <a:r>
              <a:rPr lang="en-US" altLang="zh-CN" sz="13800">
                <a:solidFill>
                  <a:schemeClr val="bg1"/>
                </a:solidFill>
                <a:latin typeface="Cambria Math" panose="02040503050406030204" charset="0"/>
                <a:cs typeface="Cambria Math" panose="02040503050406030204" charset="0"/>
              </a:rPr>
              <a:t>Thank you.</a:t>
            </a:r>
            <a:endParaRPr lang="en-US" altLang="zh-CN" sz="13800">
              <a:solidFill>
                <a:schemeClr val="bg1"/>
              </a:solidFill>
              <a:latin typeface="Cambria Math" panose="02040503050406030204" charset="0"/>
              <a:cs typeface="Cambria Math" panose="0204050305040603020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tags/tag1.xml><?xml version="1.0" encoding="utf-8"?>
<p:tagLst xmlns:p="http://schemas.openxmlformats.org/presentationml/2006/main">
  <p:tag name="KSO_WM_MEDIACOVER_FLAG" val="1"/>
  <p:tag name="KSO_WM_UNIT_MEDIACOVER_BTN_STATE" val="1"/>
  <p:tag name="KSO_WM_UNIT_MEDIACOVER_BTNRECT" val="0*0*0*0"/>
</p:tagLst>
</file>

<file path=ppt/tags/tag2.xml><?xml version="1.0" encoding="utf-8"?>
<p:tagLst xmlns:p="http://schemas.openxmlformats.org/presentationml/2006/main">
  <p:tag name="commondata" val="eyJoZGlkIjoiMWY1OWY5MTA3MDY1NTIxZWZiYzgwZTBkNTdlYjgwOTMifQ=="/>
</p:tagLst>
</file>

<file path=ppt/theme/theme1.xml><?xml version="1.0" encoding="utf-8"?>
<a:theme xmlns:a="http://schemas.openxmlformats.org/drawingml/2006/main" name="Office 主题">
  <a:themeElements>
    <a:clrScheme name="">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Office 主题">
      <a:majorFont>
        <a:latin typeface="Calibri Light"/>
        <a:ea typeface="宋体"/>
        <a:cs typeface=""/>
      </a:majorFont>
      <a:minorFont>
        <a:latin typeface="Calibri"/>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4610</Words>
  <Application>WPS 演示</Application>
  <PresentationFormat>宽屏</PresentationFormat>
  <Paragraphs>137</Paragraphs>
  <Slides>13</Slides>
  <Notes>1</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13</vt:i4>
      </vt:variant>
    </vt:vector>
  </HeadingPairs>
  <TitlesOfParts>
    <vt:vector size="28" baseType="lpstr">
      <vt:lpstr>Arial</vt:lpstr>
      <vt:lpstr>宋体</vt:lpstr>
      <vt:lpstr>Wingdings</vt:lpstr>
      <vt:lpstr>Calibri Light</vt:lpstr>
      <vt:lpstr>Calibri</vt:lpstr>
      <vt:lpstr>方正姚体简体</vt:lpstr>
      <vt:lpstr>方正姚体</vt:lpstr>
      <vt:lpstr>Noto Sans SC Black</vt:lpstr>
      <vt:lpstr>Impact</vt:lpstr>
      <vt:lpstr>方正楷体简体</vt:lpstr>
      <vt:lpstr>方正小标宋简体</vt:lpstr>
      <vt:lpstr>Cambria Math</vt:lpstr>
      <vt:lpstr>微软雅黑</vt:lpstr>
      <vt:lpstr>Arial Unicode MS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优品PPT</dc:creator>
  <dc:description>http://www.ypppt.com/</dc:description>
  <cp:lastModifiedBy>Henry</cp:lastModifiedBy>
  <cp:revision>81</cp:revision>
  <dcterms:created xsi:type="dcterms:W3CDTF">2015-07-24T18:47:00Z</dcterms:created>
  <dcterms:modified xsi:type="dcterms:W3CDTF">2026-05-31T00:55:05Z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2052-12.1.0.17147</vt:lpwstr>
  </property>
  <property fmtid="{D5CDD505-2E9C-101B-9397-08002B2CF9AE}" pid="3" name="ICV">
    <vt:lpwstr>E3A5D3A560BF4300854D5CA498009CEA_12</vt:lpwstr>
  </property>
</Properties>
</file>